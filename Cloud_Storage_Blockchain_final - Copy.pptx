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DEBA2-F04F-4125-A135-EA1DE8181F9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263AEF-682C-40AF-BF4A-94714080A4F0}">
      <dgm:prSet/>
      <dgm:spPr/>
      <dgm:t>
        <a:bodyPr/>
        <a:lstStyle/>
        <a:p>
          <a:r>
            <a:rPr lang="en-US"/>
            <a:t>• Flask Web App</a:t>
          </a:r>
        </a:p>
      </dgm:t>
    </dgm:pt>
    <dgm:pt modelId="{25FB71B0-B6F1-4B47-92B2-69E1D0BDF26A}" type="parTrans" cxnId="{28EF0C9D-2500-43B8-8498-E726471FBBD1}">
      <dgm:prSet/>
      <dgm:spPr/>
      <dgm:t>
        <a:bodyPr/>
        <a:lstStyle/>
        <a:p>
          <a:endParaRPr lang="en-US"/>
        </a:p>
      </dgm:t>
    </dgm:pt>
    <dgm:pt modelId="{B198AAE0-6F52-4ACD-B009-4DB05989C9A9}" type="sibTrans" cxnId="{28EF0C9D-2500-43B8-8498-E726471FBBD1}">
      <dgm:prSet/>
      <dgm:spPr/>
      <dgm:t>
        <a:bodyPr/>
        <a:lstStyle/>
        <a:p>
          <a:endParaRPr lang="en-US"/>
        </a:p>
      </dgm:t>
    </dgm:pt>
    <dgm:pt modelId="{8DD521C8-AAAF-401B-A243-46774A8E04D4}">
      <dgm:prSet/>
      <dgm:spPr/>
      <dgm:t>
        <a:bodyPr/>
        <a:lstStyle/>
        <a:p>
          <a:r>
            <a:rPr lang="en-US"/>
            <a:t>• MySQL Backend</a:t>
          </a:r>
        </a:p>
      </dgm:t>
    </dgm:pt>
    <dgm:pt modelId="{18A268CF-4A64-4AC8-A49F-51EDBA15C920}" type="parTrans" cxnId="{F61DF319-64A3-4BF3-A72C-D0ABBF855E75}">
      <dgm:prSet/>
      <dgm:spPr/>
      <dgm:t>
        <a:bodyPr/>
        <a:lstStyle/>
        <a:p>
          <a:endParaRPr lang="en-US"/>
        </a:p>
      </dgm:t>
    </dgm:pt>
    <dgm:pt modelId="{F5C7B2F9-373F-4165-9B71-B7FB33682788}" type="sibTrans" cxnId="{F61DF319-64A3-4BF3-A72C-D0ABBF855E75}">
      <dgm:prSet/>
      <dgm:spPr/>
      <dgm:t>
        <a:bodyPr/>
        <a:lstStyle/>
        <a:p>
          <a:endParaRPr lang="en-US"/>
        </a:p>
      </dgm:t>
    </dgm:pt>
    <dgm:pt modelId="{9BFC69D9-A3C9-487B-8C5A-675B1BFB225B}">
      <dgm:prSet/>
      <dgm:spPr/>
      <dgm:t>
        <a:bodyPr/>
        <a:lstStyle/>
        <a:p>
          <a:r>
            <a:rPr lang="en-US"/>
            <a:t>• IPFS for file storage</a:t>
          </a:r>
        </a:p>
      </dgm:t>
    </dgm:pt>
    <dgm:pt modelId="{FC2BD9E7-E996-4390-8C66-E6A89ECD70CF}" type="parTrans" cxnId="{38AC41E5-E48E-480E-B86C-E8DB4E6CE540}">
      <dgm:prSet/>
      <dgm:spPr/>
      <dgm:t>
        <a:bodyPr/>
        <a:lstStyle/>
        <a:p>
          <a:endParaRPr lang="en-US"/>
        </a:p>
      </dgm:t>
    </dgm:pt>
    <dgm:pt modelId="{A3B9E4D4-A687-4AC9-9F7B-CB854F6F5FDE}" type="sibTrans" cxnId="{38AC41E5-E48E-480E-B86C-E8DB4E6CE540}">
      <dgm:prSet/>
      <dgm:spPr/>
      <dgm:t>
        <a:bodyPr/>
        <a:lstStyle/>
        <a:p>
          <a:endParaRPr lang="en-US"/>
        </a:p>
      </dgm:t>
    </dgm:pt>
    <dgm:pt modelId="{4AFAC4AE-38D5-4532-A96C-F8F378461B81}">
      <dgm:prSet/>
      <dgm:spPr/>
      <dgm:t>
        <a:bodyPr/>
        <a:lstStyle/>
        <a:p>
          <a:r>
            <a:rPr lang="en-US"/>
            <a:t>• Blockchain for integrity and traceability</a:t>
          </a:r>
        </a:p>
      </dgm:t>
    </dgm:pt>
    <dgm:pt modelId="{4D006912-5F52-4C48-901D-04E289E1704D}" type="parTrans" cxnId="{6FEDC509-37F8-4BD8-B226-FD354063E181}">
      <dgm:prSet/>
      <dgm:spPr/>
      <dgm:t>
        <a:bodyPr/>
        <a:lstStyle/>
        <a:p>
          <a:endParaRPr lang="en-US"/>
        </a:p>
      </dgm:t>
    </dgm:pt>
    <dgm:pt modelId="{373D8458-58C0-47D3-AE8F-949B1439C1C7}" type="sibTrans" cxnId="{6FEDC509-37F8-4BD8-B226-FD354063E181}">
      <dgm:prSet/>
      <dgm:spPr/>
      <dgm:t>
        <a:bodyPr/>
        <a:lstStyle/>
        <a:p>
          <a:endParaRPr lang="en-US"/>
        </a:p>
      </dgm:t>
    </dgm:pt>
    <dgm:pt modelId="{05934A86-226D-4C9C-B6F8-66C61291AD1B}" type="pres">
      <dgm:prSet presAssocID="{2FCDEBA2-F04F-4125-A135-EA1DE8181F97}" presName="root" presStyleCnt="0">
        <dgm:presLayoutVars>
          <dgm:dir/>
          <dgm:resizeHandles val="exact"/>
        </dgm:presLayoutVars>
      </dgm:prSet>
      <dgm:spPr/>
    </dgm:pt>
    <dgm:pt modelId="{F669B54D-B4D4-46B3-881A-B5313F37BDB9}" type="pres">
      <dgm:prSet presAssocID="{AC263AEF-682C-40AF-BF4A-94714080A4F0}" presName="compNode" presStyleCnt="0"/>
      <dgm:spPr/>
    </dgm:pt>
    <dgm:pt modelId="{E18D0AB6-FCF6-4FCE-B497-FD78D12F0EED}" type="pres">
      <dgm:prSet presAssocID="{AC263AEF-682C-40AF-BF4A-94714080A4F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608EE616-B7BE-484A-ADFF-FCA0358BD148}" type="pres">
      <dgm:prSet presAssocID="{AC263AEF-682C-40AF-BF4A-94714080A4F0}" presName="spaceRect" presStyleCnt="0"/>
      <dgm:spPr/>
    </dgm:pt>
    <dgm:pt modelId="{1C78EC5E-3BB2-4198-AD96-253AC9E9BF65}" type="pres">
      <dgm:prSet presAssocID="{AC263AEF-682C-40AF-BF4A-94714080A4F0}" presName="textRect" presStyleLbl="revTx" presStyleIdx="0" presStyleCnt="4">
        <dgm:presLayoutVars>
          <dgm:chMax val="1"/>
          <dgm:chPref val="1"/>
        </dgm:presLayoutVars>
      </dgm:prSet>
      <dgm:spPr/>
    </dgm:pt>
    <dgm:pt modelId="{97034382-327E-4E6B-B665-79D75D395EFF}" type="pres">
      <dgm:prSet presAssocID="{B198AAE0-6F52-4ACD-B009-4DB05989C9A9}" presName="sibTrans" presStyleCnt="0"/>
      <dgm:spPr/>
    </dgm:pt>
    <dgm:pt modelId="{37B72057-B6BF-471C-9A66-2F4924D3E874}" type="pres">
      <dgm:prSet presAssocID="{8DD521C8-AAAF-401B-A243-46774A8E04D4}" presName="compNode" presStyleCnt="0"/>
      <dgm:spPr/>
    </dgm:pt>
    <dgm:pt modelId="{29654B96-CBD5-47D6-9CAA-CC93F1CBA2E2}" type="pres">
      <dgm:prSet presAssocID="{8DD521C8-AAAF-401B-A243-46774A8E04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1D4C574-F1D2-4B05-A6A8-077C018E6315}" type="pres">
      <dgm:prSet presAssocID="{8DD521C8-AAAF-401B-A243-46774A8E04D4}" presName="spaceRect" presStyleCnt="0"/>
      <dgm:spPr/>
    </dgm:pt>
    <dgm:pt modelId="{CD94169E-905C-4F57-812E-FF3D8C8C0636}" type="pres">
      <dgm:prSet presAssocID="{8DD521C8-AAAF-401B-A243-46774A8E04D4}" presName="textRect" presStyleLbl="revTx" presStyleIdx="1" presStyleCnt="4">
        <dgm:presLayoutVars>
          <dgm:chMax val="1"/>
          <dgm:chPref val="1"/>
        </dgm:presLayoutVars>
      </dgm:prSet>
      <dgm:spPr/>
    </dgm:pt>
    <dgm:pt modelId="{A3B88728-3F66-430E-83D1-59303C8D2436}" type="pres">
      <dgm:prSet presAssocID="{F5C7B2F9-373F-4165-9B71-B7FB33682788}" presName="sibTrans" presStyleCnt="0"/>
      <dgm:spPr/>
    </dgm:pt>
    <dgm:pt modelId="{CDF0E81B-4E07-4563-A821-13EE2F1EE17A}" type="pres">
      <dgm:prSet presAssocID="{9BFC69D9-A3C9-487B-8C5A-675B1BFB225B}" presName="compNode" presStyleCnt="0"/>
      <dgm:spPr/>
    </dgm:pt>
    <dgm:pt modelId="{D200D50C-61A9-4EFE-831E-5A4F5A5E6C12}" type="pres">
      <dgm:prSet presAssocID="{9BFC69D9-A3C9-487B-8C5A-675B1BFB22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9FE61747-E870-4848-916E-9266267D4BB1}" type="pres">
      <dgm:prSet presAssocID="{9BFC69D9-A3C9-487B-8C5A-675B1BFB225B}" presName="spaceRect" presStyleCnt="0"/>
      <dgm:spPr/>
    </dgm:pt>
    <dgm:pt modelId="{95C88DD5-F976-4BB9-BA17-87CFEDDC6553}" type="pres">
      <dgm:prSet presAssocID="{9BFC69D9-A3C9-487B-8C5A-675B1BFB225B}" presName="textRect" presStyleLbl="revTx" presStyleIdx="2" presStyleCnt="4">
        <dgm:presLayoutVars>
          <dgm:chMax val="1"/>
          <dgm:chPref val="1"/>
        </dgm:presLayoutVars>
      </dgm:prSet>
      <dgm:spPr/>
    </dgm:pt>
    <dgm:pt modelId="{9BFD6FFB-A3C4-4BA7-AAC9-FB4CFE86E375}" type="pres">
      <dgm:prSet presAssocID="{A3B9E4D4-A687-4AC9-9F7B-CB854F6F5FDE}" presName="sibTrans" presStyleCnt="0"/>
      <dgm:spPr/>
    </dgm:pt>
    <dgm:pt modelId="{50C549FB-D092-4692-B2C8-0055A802AAD5}" type="pres">
      <dgm:prSet presAssocID="{4AFAC4AE-38D5-4532-A96C-F8F378461B81}" presName="compNode" presStyleCnt="0"/>
      <dgm:spPr/>
    </dgm:pt>
    <dgm:pt modelId="{A4C54B19-A629-42CC-A2EC-BF607BCEF98E}" type="pres">
      <dgm:prSet presAssocID="{4AFAC4AE-38D5-4532-A96C-F8F378461B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102CDEAB-D840-4FBE-8CD5-7837C3AF9E66}" type="pres">
      <dgm:prSet presAssocID="{4AFAC4AE-38D5-4532-A96C-F8F378461B81}" presName="spaceRect" presStyleCnt="0"/>
      <dgm:spPr/>
    </dgm:pt>
    <dgm:pt modelId="{BD769E9B-B831-4D6A-A222-CF12F358EB12}" type="pres">
      <dgm:prSet presAssocID="{4AFAC4AE-38D5-4532-A96C-F8F378461B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61EB709-D1F8-4FD9-A43D-531E75C138A8}" type="presOf" srcId="{2FCDEBA2-F04F-4125-A135-EA1DE8181F97}" destId="{05934A86-226D-4C9C-B6F8-66C61291AD1B}" srcOrd="0" destOrd="0" presId="urn:microsoft.com/office/officeart/2018/2/layout/IconLabelList"/>
    <dgm:cxn modelId="{6FEDC509-37F8-4BD8-B226-FD354063E181}" srcId="{2FCDEBA2-F04F-4125-A135-EA1DE8181F97}" destId="{4AFAC4AE-38D5-4532-A96C-F8F378461B81}" srcOrd="3" destOrd="0" parTransId="{4D006912-5F52-4C48-901D-04E289E1704D}" sibTransId="{373D8458-58C0-47D3-AE8F-949B1439C1C7}"/>
    <dgm:cxn modelId="{CC14A60E-3584-4C8A-AA02-5E8DB73B8E74}" type="presOf" srcId="{4AFAC4AE-38D5-4532-A96C-F8F378461B81}" destId="{BD769E9B-B831-4D6A-A222-CF12F358EB12}" srcOrd="0" destOrd="0" presId="urn:microsoft.com/office/officeart/2018/2/layout/IconLabelList"/>
    <dgm:cxn modelId="{F61DF319-64A3-4BF3-A72C-D0ABBF855E75}" srcId="{2FCDEBA2-F04F-4125-A135-EA1DE8181F97}" destId="{8DD521C8-AAAF-401B-A243-46774A8E04D4}" srcOrd="1" destOrd="0" parTransId="{18A268CF-4A64-4AC8-A49F-51EDBA15C920}" sibTransId="{F5C7B2F9-373F-4165-9B71-B7FB33682788}"/>
    <dgm:cxn modelId="{8F420570-9CCD-4F3E-8984-CB02D06F0408}" type="presOf" srcId="{9BFC69D9-A3C9-487B-8C5A-675B1BFB225B}" destId="{95C88DD5-F976-4BB9-BA17-87CFEDDC6553}" srcOrd="0" destOrd="0" presId="urn:microsoft.com/office/officeart/2018/2/layout/IconLabelList"/>
    <dgm:cxn modelId="{28EF0C9D-2500-43B8-8498-E726471FBBD1}" srcId="{2FCDEBA2-F04F-4125-A135-EA1DE8181F97}" destId="{AC263AEF-682C-40AF-BF4A-94714080A4F0}" srcOrd="0" destOrd="0" parTransId="{25FB71B0-B6F1-4B47-92B2-69E1D0BDF26A}" sibTransId="{B198AAE0-6F52-4ACD-B009-4DB05989C9A9}"/>
    <dgm:cxn modelId="{748991C7-5A1E-49EC-92E7-A32B1217E85C}" type="presOf" srcId="{AC263AEF-682C-40AF-BF4A-94714080A4F0}" destId="{1C78EC5E-3BB2-4198-AD96-253AC9E9BF65}" srcOrd="0" destOrd="0" presId="urn:microsoft.com/office/officeart/2018/2/layout/IconLabelList"/>
    <dgm:cxn modelId="{38AC41E5-E48E-480E-B86C-E8DB4E6CE540}" srcId="{2FCDEBA2-F04F-4125-A135-EA1DE8181F97}" destId="{9BFC69D9-A3C9-487B-8C5A-675B1BFB225B}" srcOrd="2" destOrd="0" parTransId="{FC2BD9E7-E996-4390-8C66-E6A89ECD70CF}" sibTransId="{A3B9E4D4-A687-4AC9-9F7B-CB854F6F5FDE}"/>
    <dgm:cxn modelId="{A8C62CF3-151F-4795-80F9-A708E75FE654}" type="presOf" srcId="{8DD521C8-AAAF-401B-A243-46774A8E04D4}" destId="{CD94169E-905C-4F57-812E-FF3D8C8C0636}" srcOrd="0" destOrd="0" presId="urn:microsoft.com/office/officeart/2018/2/layout/IconLabelList"/>
    <dgm:cxn modelId="{BBE0FF10-8C0E-4983-9C4F-D627242F607B}" type="presParOf" srcId="{05934A86-226D-4C9C-B6F8-66C61291AD1B}" destId="{F669B54D-B4D4-46B3-881A-B5313F37BDB9}" srcOrd="0" destOrd="0" presId="urn:microsoft.com/office/officeart/2018/2/layout/IconLabelList"/>
    <dgm:cxn modelId="{BB522292-80B8-4BB0-9E67-59D544ABC4D7}" type="presParOf" srcId="{F669B54D-B4D4-46B3-881A-B5313F37BDB9}" destId="{E18D0AB6-FCF6-4FCE-B497-FD78D12F0EED}" srcOrd="0" destOrd="0" presId="urn:microsoft.com/office/officeart/2018/2/layout/IconLabelList"/>
    <dgm:cxn modelId="{6EF37A66-10A6-458F-8C6C-962DA9033795}" type="presParOf" srcId="{F669B54D-B4D4-46B3-881A-B5313F37BDB9}" destId="{608EE616-B7BE-484A-ADFF-FCA0358BD148}" srcOrd="1" destOrd="0" presId="urn:microsoft.com/office/officeart/2018/2/layout/IconLabelList"/>
    <dgm:cxn modelId="{28E11904-2924-4E75-A409-B83A28358ACF}" type="presParOf" srcId="{F669B54D-B4D4-46B3-881A-B5313F37BDB9}" destId="{1C78EC5E-3BB2-4198-AD96-253AC9E9BF65}" srcOrd="2" destOrd="0" presId="urn:microsoft.com/office/officeart/2018/2/layout/IconLabelList"/>
    <dgm:cxn modelId="{8C6A629E-B433-4DB8-BFBB-E9F0AF2047A6}" type="presParOf" srcId="{05934A86-226D-4C9C-B6F8-66C61291AD1B}" destId="{97034382-327E-4E6B-B665-79D75D395EFF}" srcOrd="1" destOrd="0" presId="urn:microsoft.com/office/officeart/2018/2/layout/IconLabelList"/>
    <dgm:cxn modelId="{2D50E2B1-8002-48BB-8410-C302879FBCA2}" type="presParOf" srcId="{05934A86-226D-4C9C-B6F8-66C61291AD1B}" destId="{37B72057-B6BF-471C-9A66-2F4924D3E874}" srcOrd="2" destOrd="0" presId="urn:microsoft.com/office/officeart/2018/2/layout/IconLabelList"/>
    <dgm:cxn modelId="{DA9CE86B-EA88-4030-8D7F-293EBF67BA42}" type="presParOf" srcId="{37B72057-B6BF-471C-9A66-2F4924D3E874}" destId="{29654B96-CBD5-47D6-9CAA-CC93F1CBA2E2}" srcOrd="0" destOrd="0" presId="urn:microsoft.com/office/officeart/2018/2/layout/IconLabelList"/>
    <dgm:cxn modelId="{B5169CAB-C1C1-4269-A106-455241656A58}" type="presParOf" srcId="{37B72057-B6BF-471C-9A66-2F4924D3E874}" destId="{E1D4C574-F1D2-4B05-A6A8-077C018E6315}" srcOrd="1" destOrd="0" presId="urn:microsoft.com/office/officeart/2018/2/layout/IconLabelList"/>
    <dgm:cxn modelId="{19999FD0-FA95-4944-AE21-73FDFF9B6E8E}" type="presParOf" srcId="{37B72057-B6BF-471C-9A66-2F4924D3E874}" destId="{CD94169E-905C-4F57-812E-FF3D8C8C0636}" srcOrd="2" destOrd="0" presId="urn:microsoft.com/office/officeart/2018/2/layout/IconLabelList"/>
    <dgm:cxn modelId="{DCA2BF03-2D97-4957-A04D-E3ECDC576597}" type="presParOf" srcId="{05934A86-226D-4C9C-B6F8-66C61291AD1B}" destId="{A3B88728-3F66-430E-83D1-59303C8D2436}" srcOrd="3" destOrd="0" presId="urn:microsoft.com/office/officeart/2018/2/layout/IconLabelList"/>
    <dgm:cxn modelId="{2D1FC367-8C16-4711-BDDA-325782AA3522}" type="presParOf" srcId="{05934A86-226D-4C9C-B6F8-66C61291AD1B}" destId="{CDF0E81B-4E07-4563-A821-13EE2F1EE17A}" srcOrd="4" destOrd="0" presId="urn:microsoft.com/office/officeart/2018/2/layout/IconLabelList"/>
    <dgm:cxn modelId="{694FDF18-8B33-4B36-BEFB-248FBF29E2A8}" type="presParOf" srcId="{CDF0E81B-4E07-4563-A821-13EE2F1EE17A}" destId="{D200D50C-61A9-4EFE-831E-5A4F5A5E6C12}" srcOrd="0" destOrd="0" presId="urn:microsoft.com/office/officeart/2018/2/layout/IconLabelList"/>
    <dgm:cxn modelId="{F208472B-6FBA-459E-91DB-CCDEF5882D75}" type="presParOf" srcId="{CDF0E81B-4E07-4563-A821-13EE2F1EE17A}" destId="{9FE61747-E870-4848-916E-9266267D4BB1}" srcOrd="1" destOrd="0" presId="urn:microsoft.com/office/officeart/2018/2/layout/IconLabelList"/>
    <dgm:cxn modelId="{EFCD7283-1B92-40E1-85F4-2C7A1BC6D4F9}" type="presParOf" srcId="{CDF0E81B-4E07-4563-A821-13EE2F1EE17A}" destId="{95C88DD5-F976-4BB9-BA17-87CFEDDC6553}" srcOrd="2" destOrd="0" presId="urn:microsoft.com/office/officeart/2018/2/layout/IconLabelList"/>
    <dgm:cxn modelId="{B71E19AB-F8EE-400C-8798-FD17EB84B06E}" type="presParOf" srcId="{05934A86-226D-4C9C-B6F8-66C61291AD1B}" destId="{9BFD6FFB-A3C4-4BA7-AAC9-FB4CFE86E375}" srcOrd="5" destOrd="0" presId="urn:microsoft.com/office/officeart/2018/2/layout/IconLabelList"/>
    <dgm:cxn modelId="{C5C97264-923E-4FDE-952A-4FC3E48EA15D}" type="presParOf" srcId="{05934A86-226D-4C9C-B6F8-66C61291AD1B}" destId="{50C549FB-D092-4692-B2C8-0055A802AAD5}" srcOrd="6" destOrd="0" presId="urn:microsoft.com/office/officeart/2018/2/layout/IconLabelList"/>
    <dgm:cxn modelId="{D0605AAA-A165-411D-B469-84E544CE5CDF}" type="presParOf" srcId="{50C549FB-D092-4692-B2C8-0055A802AAD5}" destId="{A4C54B19-A629-42CC-A2EC-BF607BCEF98E}" srcOrd="0" destOrd="0" presId="urn:microsoft.com/office/officeart/2018/2/layout/IconLabelList"/>
    <dgm:cxn modelId="{CE868E6E-B023-4952-8098-296ED4D54257}" type="presParOf" srcId="{50C549FB-D092-4692-B2C8-0055A802AAD5}" destId="{102CDEAB-D840-4FBE-8CD5-7837C3AF9E66}" srcOrd="1" destOrd="0" presId="urn:microsoft.com/office/officeart/2018/2/layout/IconLabelList"/>
    <dgm:cxn modelId="{78114A3F-5223-468E-92D8-1218E2ABB1AB}" type="presParOf" srcId="{50C549FB-D092-4692-B2C8-0055A802AAD5}" destId="{BD769E9B-B831-4D6A-A222-CF12F358EB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F33DA7-22D9-4D9C-8D50-899AE786F46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93037AE-5009-496C-8D9D-D02D3EB5CB39}">
      <dgm:prSet/>
      <dgm:spPr/>
      <dgm:t>
        <a:bodyPr/>
        <a:lstStyle/>
        <a:p>
          <a:pPr>
            <a:defRPr cap="all"/>
          </a:pPr>
          <a:r>
            <a:rPr lang="en-US"/>
            <a:t>• Signup with password hashing (bcrypt)</a:t>
          </a:r>
        </a:p>
      </dgm:t>
    </dgm:pt>
    <dgm:pt modelId="{AFF60A24-C8B3-431D-B546-2A7809D72FBB}" type="parTrans" cxnId="{D2254AEF-E8E7-4B59-8391-52D17E85F59D}">
      <dgm:prSet/>
      <dgm:spPr/>
      <dgm:t>
        <a:bodyPr/>
        <a:lstStyle/>
        <a:p>
          <a:endParaRPr lang="en-US"/>
        </a:p>
      </dgm:t>
    </dgm:pt>
    <dgm:pt modelId="{B1FCEC51-D4C8-4E0D-8665-9C755A838377}" type="sibTrans" cxnId="{D2254AEF-E8E7-4B59-8391-52D17E85F59D}">
      <dgm:prSet/>
      <dgm:spPr/>
      <dgm:t>
        <a:bodyPr/>
        <a:lstStyle/>
        <a:p>
          <a:endParaRPr lang="en-US"/>
        </a:p>
      </dgm:t>
    </dgm:pt>
    <dgm:pt modelId="{E303BAEB-4D63-4C7A-908F-E3DF9AB69A0B}">
      <dgm:prSet/>
      <dgm:spPr/>
      <dgm:t>
        <a:bodyPr/>
        <a:lstStyle/>
        <a:p>
          <a:pPr>
            <a:defRPr cap="all"/>
          </a:pPr>
          <a:r>
            <a:rPr lang="en-US"/>
            <a:t>• Session-based login system</a:t>
          </a:r>
        </a:p>
      </dgm:t>
    </dgm:pt>
    <dgm:pt modelId="{ADD9F4AF-F870-4F35-B1DB-A00A6F771887}" type="parTrans" cxnId="{58F6EB9E-76D4-4A0D-B7BC-0FDBCF06F770}">
      <dgm:prSet/>
      <dgm:spPr/>
      <dgm:t>
        <a:bodyPr/>
        <a:lstStyle/>
        <a:p>
          <a:endParaRPr lang="en-US"/>
        </a:p>
      </dgm:t>
    </dgm:pt>
    <dgm:pt modelId="{65FE4E2A-687D-44CB-AF47-7218B9BF22AC}" type="sibTrans" cxnId="{58F6EB9E-76D4-4A0D-B7BC-0FDBCF06F770}">
      <dgm:prSet/>
      <dgm:spPr/>
      <dgm:t>
        <a:bodyPr/>
        <a:lstStyle/>
        <a:p>
          <a:endParaRPr lang="en-US"/>
        </a:p>
      </dgm:t>
    </dgm:pt>
    <dgm:pt modelId="{1801D721-0871-4306-A885-4915ABA76E96}">
      <dgm:prSet/>
      <dgm:spPr/>
      <dgm:t>
        <a:bodyPr/>
        <a:lstStyle/>
        <a:p>
          <a:pPr>
            <a:defRPr cap="all"/>
          </a:pPr>
          <a:r>
            <a:rPr lang="en-US"/>
            <a:t>• Secure user handling with MySQL</a:t>
          </a:r>
        </a:p>
      </dgm:t>
    </dgm:pt>
    <dgm:pt modelId="{116BB070-68D3-4FC4-AA91-CF9DD7B9EC4C}" type="parTrans" cxnId="{89A2473C-5922-47F2-8A46-1989B907C2C8}">
      <dgm:prSet/>
      <dgm:spPr/>
      <dgm:t>
        <a:bodyPr/>
        <a:lstStyle/>
        <a:p>
          <a:endParaRPr lang="en-US"/>
        </a:p>
      </dgm:t>
    </dgm:pt>
    <dgm:pt modelId="{34EAD233-5881-48D0-9FFE-E676DDCC7FEC}" type="sibTrans" cxnId="{89A2473C-5922-47F2-8A46-1989B907C2C8}">
      <dgm:prSet/>
      <dgm:spPr/>
      <dgm:t>
        <a:bodyPr/>
        <a:lstStyle/>
        <a:p>
          <a:endParaRPr lang="en-US"/>
        </a:p>
      </dgm:t>
    </dgm:pt>
    <dgm:pt modelId="{4B161749-BE9F-43BC-B398-0C288FDE0632}" type="pres">
      <dgm:prSet presAssocID="{0EF33DA7-22D9-4D9C-8D50-899AE786F46E}" presName="root" presStyleCnt="0">
        <dgm:presLayoutVars>
          <dgm:dir/>
          <dgm:resizeHandles val="exact"/>
        </dgm:presLayoutVars>
      </dgm:prSet>
      <dgm:spPr/>
    </dgm:pt>
    <dgm:pt modelId="{40247421-C8B7-4D49-983D-EBA0C3E5D3F7}" type="pres">
      <dgm:prSet presAssocID="{293037AE-5009-496C-8D9D-D02D3EB5CB39}" presName="compNode" presStyleCnt="0"/>
      <dgm:spPr/>
    </dgm:pt>
    <dgm:pt modelId="{81A88237-C456-405F-81A1-90ED98BA2B41}" type="pres">
      <dgm:prSet presAssocID="{293037AE-5009-496C-8D9D-D02D3EB5CB39}" presName="iconBgRect" presStyleLbl="bgShp" presStyleIdx="0" presStyleCnt="3"/>
      <dgm:spPr/>
    </dgm:pt>
    <dgm:pt modelId="{90829DA4-D493-449B-B310-EF86014D3316}" type="pres">
      <dgm:prSet presAssocID="{293037AE-5009-496C-8D9D-D02D3EB5CB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11689BE-C1E8-4145-BD1F-645773A01F74}" type="pres">
      <dgm:prSet presAssocID="{293037AE-5009-496C-8D9D-D02D3EB5CB39}" presName="spaceRect" presStyleCnt="0"/>
      <dgm:spPr/>
    </dgm:pt>
    <dgm:pt modelId="{DA264EF7-D49E-4F39-B437-5F3AE9BA44C3}" type="pres">
      <dgm:prSet presAssocID="{293037AE-5009-496C-8D9D-D02D3EB5CB39}" presName="textRect" presStyleLbl="revTx" presStyleIdx="0" presStyleCnt="3">
        <dgm:presLayoutVars>
          <dgm:chMax val="1"/>
          <dgm:chPref val="1"/>
        </dgm:presLayoutVars>
      </dgm:prSet>
      <dgm:spPr/>
    </dgm:pt>
    <dgm:pt modelId="{A62DEC49-1A03-43D7-8162-C382B61E12ED}" type="pres">
      <dgm:prSet presAssocID="{B1FCEC51-D4C8-4E0D-8665-9C755A838377}" presName="sibTrans" presStyleCnt="0"/>
      <dgm:spPr/>
    </dgm:pt>
    <dgm:pt modelId="{89D25970-8D1A-4A39-9FFA-3AF8DE5B2573}" type="pres">
      <dgm:prSet presAssocID="{E303BAEB-4D63-4C7A-908F-E3DF9AB69A0B}" presName="compNode" presStyleCnt="0"/>
      <dgm:spPr/>
    </dgm:pt>
    <dgm:pt modelId="{F6366EB4-949C-4248-9F00-8D9F88CC65D2}" type="pres">
      <dgm:prSet presAssocID="{E303BAEB-4D63-4C7A-908F-E3DF9AB69A0B}" presName="iconBgRect" presStyleLbl="bgShp" presStyleIdx="1" presStyleCnt="3"/>
      <dgm:spPr/>
    </dgm:pt>
    <dgm:pt modelId="{9EA29C15-9535-4402-9C72-F66AE5FA85F3}" type="pres">
      <dgm:prSet presAssocID="{E303BAEB-4D63-4C7A-908F-E3DF9AB69A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E965FBBF-639F-4F6B-864A-80485378F557}" type="pres">
      <dgm:prSet presAssocID="{E303BAEB-4D63-4C7A-908F-E3DF9AB69A0B}" presName="spaceRect" presStyleCnt="0"/>
      <dgm:spPr/>
    </dgm:pt>
    <dgm:pt modelId="{8A1F980A-D5B1-46AA-AD06-F1067559F7D7}" type="pres">
      <dgm:prSet presAssocID="{E303BAEB-4D63-4C7A-908F-E3DF9AB69A0B}" presName="textRect" presStyleLbl="revTx" presStyleIdx="1" presStyleCnt="3">
        <dgm:presLayoutVars>
          <dgm:chMax val="1"/>
          <dgm:chPref val="1"/>
        </dgm:presLayoutVars>
      </dgm:prSet>
      <dgm:spPr/>
    </dgm:pt>
    <dgm:pt modelId="{D364F988-2D82-4780-B2B0-EEA19FABC0E6}" type="pres">
      <dgm:prSet presAssocID="{65FE4E2A-687D-44CB-AF47-7218B9BF22AC}" presName="sibTrans" presStyleCnt="0"/>
      <dgm:spPr/>
    </dgm:pt>
    <dgm:pt modelId="{A6EF461D-94BF-4A89-AD4B-45C196D3C50A}" type="pres">
      <dgm:prSet presAssocID="{1801D721-0871-4306-A885-4915ABA76E96}" presName="compNode" presStyleCnt="0"/>
      <dgm:spPr/>
    </dgm:pt>
    <dgm:pt modelId="{C6FF9F1F-EC1A-435B-B39D-F2BCBFED8746}" type="pres">
      <dgm:prSet presAssocID="{1801D721-0871-4306-A885-4915ABA76E96}" presName="iconBgRect" presStyleLbl="bgShp" presStyleIdx="2" presStyleCnt="3"/>
      <dgm:spPr/>
    </dgm:pt>
    <dgm:pt modelId="{55D49BB4-E4CF-4AB0-8B97-BAC6182FD8F7}" type="pres">
      <dgm:prSet presAssocID="{1801D721-0871-4306-A885-4915ABA76E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034FA06-9C2A-491D-AD6A-4CC2BA467931}" type="pres">
      <dgm:prSet presAssocID="{1801D721-0871-4306-A885-4915ABA76E96}" presName="spaceRect" presStyleCnt="0"/>
      <dgm:spPr/>
    </dgm:pt>
    <dgm:pt modelId="{AD6D2FB0-CE2B-45D8-B2BD-F5391503E224}" type="pres">
      <dgm:prSet presAssocID="{1801D721-0871-4306-A885-4915ABA76E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DBC151B-614D-47E9-974A-AE2D8D0693E0}" type="presOf" srcId="{E303BAEB-4D63-4C7A-908F-E3DF9AB69A0B}" destId="{8A1F980A-D5B1-46AA-AD06-F1067559F7D7}" srcOrd="0" destOrd="0" presId="urn:microsoft.com/office/officeart/2018/5/layout/IconCircleLabelList"/>
    <dgm:cxn modelId="{89A2473C-5922-47F2-8A46-1989B907C2C8}" srcId="{0EF33DA7-22D9-4D9C-8D50-899AE786F46E}" destId="{1801D721-0871-4306-A885-4915ABA76E96}" srcOrd="2" destOrd="0" parTransId="{116BB070-68D3-4FC4-AA91-CF9DD7B9EC4C}" sibTransId="{34EAD233-5881-48D0-9FFE-E676DDCC7FEC}"/>
    <dgm:cxn modelId="{D8EEE83E-2D1A-4C23-8FCA-4C1909E14C7D}" type="presOf" srcId="{1801D721-0871-4306-A885-4915ABA76E96}" destId="{AD6D2FB0-CE2B-45D8-B2BD-F5391503E224}" srcOrd="0" destOrd="0" presId="urn:microsoft.com/office/officeart/2018/5/layout/IconCircleLabelList"/>
    <dgm:cxn modelId="{F26E7C45-4B09-48E4-917D-E7DA512E5E7D}" type="presOf" srcId="{0EF33DA7-22D9-4D9C-8D50-899AE786F46E}" destId="{4B161749-BE9F-43BC-B398-0C288FDE0632}" srcOrd="0" destOrd="0" presId="urn:microsoft.com/office/officeart/2018/5/layout/IconCircleLabelList"/>
    <dgm:cxn modelId="{C655AB73-CE0B-4059-9C84-9C6F454F5BE6}" type="presOf" srcId="{293037AE-5009-496C-8D9D-D02D3EB5CB39}" destId="{DA264EF7-D49E-4F39-B437-5F3AE9BA44C3}" srcOrd="0" destOrd="0" presId="urn:microsoft.com/office/officeart/2018/5/layout/IconCircleLabelList"/>
    <dgm:cxn modelId="{58F6EB9E-76D4-4A0D-B7BC-0FDBCF06F770}" srcId="{0EF33DA7-22D9-4D9C-8D50-899AE786F46E}" destId="{E303BAEB-4D63-4C7A-908F-E3DF9AB69A0B}" srcOrd="1" destOrd="0" parTransId="{ADD9F4AF-F870-4F35-B1DB-A00A6F771887}" sibTransId="{65FE4E2A-687D-44CB-AF47-7218B9BF22AC}"/>
    <dgm:cxn modelId="{D2254AEF-E8E7-4B59-8391-52D17E85F59D}" srcId="{0EF33DA7-22D9-4D9C-8D50-899AE786F46E}" destId="{293037AE-5009-496C-8D9D-D02D3EB5CB39}" srcOrd="0" destOrd="0" parTransId="{AFF60A24-C8B3-431D-B546-2A7809D72FBB}" sibTransId="{B1FCEC51-D4C8-4E0D-8665-9C755A838377}"/>
    <dgm:cxn modelId="{8116EBB2-98F5-4514-A10D-881847B4979D}" type="presParOf" srcId="{4B161749-BE9F-43BC-B398-0C288FDE0632}" destId="{40247421-C8B7-4D49-983D-EBA0C3E5D3F7}" srcOrd="0" destOrd="0" presId="urn:microsoft.com/office/officeart/2018/5/layout/IconCircleLabelList"/>
    <dgm:cxn modelId="{5EDF7F1F-0C1E-486A-9BBB-74926F8F6DA1}" type="presParOf" srcId="{40247421-C8B7-4D49-983D-EBA0C3E5D3F7}" destId="{81A88237-C456-405F-81A1-90ED98BA2B41}" srcOrd="0" destOrd="0" presId="urn:microsoft.com/office/officeart/2018/5/layout/IconCircleLabelList"/>
    <dgm:cxn modelId="{67E9D957-D39D-4A8F-ACB2-CBB0CB5FAE2A}" type="presParOf" srcId="{40247421-C8B7-4D49-983D-EBA0C3E5D3F7}" destId="{90829DA4-D493-449B-B310-EF86014D3316}" srcOrd="1" destOrd="0" presId="urn:microsoft.com/office/officeart/2018/5/layout/IconCircleLabelList"/>
    <dgm:cxn modelId="{591656EB-172C-4E19-9BF9-9F3A01F8A898}" type="presParOf" srcId="{40247421-C8B7-4D49-983D-EBA0C3E5D3F7}" destId="{811689BE-C1E8-4145-BD1F-645773A01F74}" srcOrd="2" destOrd="0" presId="urn:microsoft.com/office/officeart/2018/5/layout/IconCircleLabelList"/>
    <dgm:cxn modelId="{C868705E-2AF4-48D7-ADD4-B29BD4BD64E9}" type="presParOf" srcId="{40247421-C8B7-4D49-983D-EBA0C3E5D3F7}" destId="{DA264EF7-D49E-4F39-B437-5F3AE9BA44C3}" srcOrd="3" destOrd="0" presId="urn:microsoft.com/office/officeart/2018/5/layout/IconCircleLabelList"/>
    <dgm:cxn modelId="{EC85D8FE-FC6F-426A-B49A-33884B484AE9}" type="presParOf" srcId="{4B161749-BE9F-43BC-B398-0C288FDE0632}" destId="{A62DEC49-1A03-43D7-8162-C382B61E12ED}" srcOrd="1" destOrd="0" presId="urn:microsoft.com/office/officeart/2018/5/layout/IconCircleLabelList"/>
    <dgm:cxn modelId="{9E17FF3C-025F-4910-97B7-AB4B963EAFA1}" type="presParOf" srcId="{4B161749-BE9F-43BC-B398-0C288FDE0632}" destId="{89D25970-8D1A-4A39-9FFA-3AF8DE5B2573}" srcOrd="2" destOrd="0" presId="urn:microsoft.com/office/officeart/2018/5/layout/IconCircleLabelList"/>
    <dgm:cxn modelId="{9D1A2600-A4C9-4E49-BE3E-BD0280F93CDD}" type="presParOf" srcId="{89D25970-8D1A-4A39-9FFA-3AF8DE5B2573}" destId="{F6366EB4-949C-4248-9F00-8D9F88CC65D2}" srcOrd="0" destOrd="0" presId="urn:microsoft.com/office/officeart/2018/5/layout/IconCircleLabelList"/>
    <dgm:cxn modelId="{DB753533-E940-41DA-A3C2-B9406CBCA115}" type="presParOf" srcId="{89D25970-8D1A-4A39-9FFA-3AF8DE5B2573}" destId="{9EA29C15-9535-4402-9C72-F66AE5FA85F3}" srcOrd="1" destOrd="0" presId="urn:microsoft.com/office/officeart/2018/5/layout/IconCircleLabelList"/>
    <dgm:cxn modelId="{94BDF96F-70D4-4E45-BED2-33804B87AC92}" type="presParOf" srcId="{89D25970-8D1A-4A39-9FFA-3AF8DE5B2573}" destId="{E965FBBF-639F-4F6B-864A-80485378F557}" srcOrd="2" destOrd="0" presId="urn:microsoft.com/office/officeart/2018/5/layout/IconCircleLabelList"/>
    <dgm:cxn modelId="{635AB164-81A9-455E-BCF1-BA55EBB04CA0}" type="presParOf" srcId="{89D25970-8D1A-4A39-9FFA-3AF8DE5B2573}" destId="{8A1F980A-D5B1-46AA-AD06-F1067559F7D7}" srcOrd="3" destOrd="0" presId="urn:microsoft.com/office/officeart/2018/5/layout/IconCircleLabelList"/>
    <dgm:cxn modelId="{5C405717-6BCD-46BC-8EA1-0FDBEDB7B0B7}" type="presParOf" srcId="{4B161749-BE9F-43BC-B398-0C288FDE0632}" destId="{D364F988-2D82-4780-B2B0-EEA19FABC0E6}" srcOrd="3" destOrd="0" presId="urn:microsoft.com/office/officeart/2018/5/layout/IconCircleLabelList"/>
    <dgm:cxn modelId="{5E55D145-8DB3-4D5E-98D9-FDE6EBC5082B}" type="presParOf" srcId="{4B161749-BE9F-43BC-B398-0C288FDE0632}" destId="{A6EF461D-94BF-4A89-AD4B-45C196D3C50A}" srcOrd="4" destOrd="0" presId="urn:microsoft.com/office/officeart/2018/5/layout/IconCircleLabelList"/>
    <dgm:cxn modelId="{B1476049-9D54-4FA2-AFFC-E27BC11ED140}" type="presParOf" srcId="{A6EF461D-94BF-4A89-AD4B-45C196D3C50A}" destId="{C6FF9F1F-EC1A-435B-B39D-F2BCBFED8746}" srcOrd="0" destOrd="0" presId="urn:microsoft.com/office/officeart/2018/5/layout/IconCircleLabelList"/>
    <dgm:cxn modelId="{EE2CCFC9-EF59-4B16-A147-03262835378F}" type="presParOf" srcId="{A6EF461D-94BF-4A89-AD4B-45C196D3C50A}" destId="{55D49BB4-E4CF-4AB0-8B97-BAC6182FD8F7}" srcOrd="1" destOrd="0" presId="urn:microsoft.com/office/officeart/2018/5/layout/IconCircleLabelList"/>
    <dgm:cxn modelId="{306BDE8A-FA9A-467D-819A-9BA9C0CE0D15}" type="presParOf" srcId="{A6EF461D-94BF-4A89-AD4B-45C196D3C50A}" destId="{E034FA06-9C2A-491D-AD6A-4CC2BA467931}" srcOrd="2" destOrd="0" presId="urn:microsoft.com/office/officeart/2018/5/layout/IconCircleLabelList"/>
    <dgm:cxn modelId="{944316B7-3B7F-44CD-BC09-7D450D17E291}" type="presParOf" srcId="{A6EF461D-94BF-4A89-AD4B-45C196D3C50A}" destId="{AD6D2FB0-CE2B-45D8-B2BD-F5391503E22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658405-07FF-4168-BDBB-0441508E1D2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CC8B746-F28E-48D3-A33C-EE6C5507BB0F}">
      <dgm:prSet/>
      <dgm:spPr/>
      <dgm:t>
        <a:bodyPr/>
        <a:lstStyle/>
        <a:p>
          <a:r>
            <a:rPr lang="en-US"/>
            <a:t>• Uploads stored locally first</a:t>
          </a:r>
        </a:p>
      </dgm:t>
    </dgm:pt>
    <dgm:pt modelId="{CC36FA82-C61A-4341-AE56-15F265084940}" type="parTrans" cxnId="{11D60413-E91F-4310-BCEB-1E001CBFD792}">
      <dgm:prSet/>
      <dgm:spPr/>
      <dgm:t>
        <a:bodyPr/>
        <a:lstStyle/>
        <a:p>
          <a:endParaRPr lang="en-US"/>
        </a:p>
      </dgm:t>
    </dgm:pt>
    <dgm:pt modelId="{967C0F8F-C679-4478-AE8B-94C99798417A}" type="sibTrans" cxnId="{11D60413-E91F-4310-BCEB-1E001CBFD792}">
      <dgm:prSet/>
      <dgm:spPr/>
      <dgm:t>
        <a:bodyPr/>
        <a:lstStyle/>
        <a:p>
          <a:endParaRPr lang="en-US"/>
        </a:p>
      </dgm:t>
    </dgm:pt>
    <dgm:pt modelId="{2B50723E-C068-4384-A0FC-CC1CFD7B1DE4}">
      <dgm:prSet/>
      <dgm:spPr/>
      <dgm:t>
        <a:bodyPr/>
        <a:lstStyle/>
        <a:p>
          <a:r>
            <a:rPr lang="en-US"/>
            <a:t>• File pushed to IPFS</a:t>
          </a:r>
        </a:p>
      </dgm:t>
    </dgm:pt>
    <dgm:pt modelId="{F60D4DCD-2642-4229-9CFC-39B3A00E9EF3}" type="parTrans" cxnId="{8E9FA8B5-C0E4-489E-96E1-E4F5E49F75A4}">
      <dgm:prSet/>
      <dgm:spPr/>
      <dgm:t>
        <a:bodyPr/>
        <a:lstStyle/>
        <a:p>
          <a:endParaRPr lang="en-US"/>
        </a:p>
      </dgm:t>
    </dgm:pt>
    <dgm:pt modelId="{EE612694-A084-481D-9FBF-0541B5AC079D}" type="sibTrans" cxnId="{8E9FA8B5-C0E4-489E-96E1-E4F5E49F75A4}">
      <dgm:prSet/>
      <dgm:spPr/>
      <dgm:t>
        <a:bodyPr/>
        <a:lstStyle/>
        <a:p>
          <a:endParaRPr lang="en-US"/>
        </a:p>
      </dgm:t>
    </dgm:pt>
    <dgm:pt modelId="{53F4A6BE-C2E6-44BA-8796-230890484D44}">
      <dgm:prSet/>
      <dgm:spPr/>
      <dgm:t>
        <a:bodyPr/>
        <a:lstStyle/>
        <a:p>
          <a:r>
            <a:rPr lang="en-US"/>
            <a:t>• Metadata stored in Blockchain</a:t>
          </a:r>
        </a:p>
      </dgm:t>
    </dgm:pt>
    <dgm:pt modelId="{B7F08CEB-B314-4775-BF35-9FED7DF96E62}" type="parTrans" cxnId="{8710094B-96D7-435C-8295-76E25840B3A6}">
      <dgm:prSet/>
      <dgm:spPr/>
      <dgm:t>
        <a:bodyPr/>
        <a:lstStyle/>
        <a:p>
          <a:endParaRPr lang="en-US"/>
        </a:p>
      </dgm:t>
    </dgm:pt>
    <dgm:pt modelId="{FB575297-6D57-4999-B65A-28B8AAB7F948}" type="sibTrans" cxnId="{8710094B-96D7-435C-8295-76E25840B3A6}">
      <dgm:prSet/>
      <dgm:spPr/>
      <dgm:t>
        <a:bodyPr/>
        <a:lstStyle/>
        <a:p>
          <a:endParaRPr lang="en-US"/>
        </a:p>
      </dgm:t>
    </dgm:pt>
    <dgm:pt modelId="{84176841-631D-46D7-8164-84D7BFB4FAA9}">
      <dgm:prSet/>
      <dgm:spPr/>
      <dgm:t>
        <a:bodyPr/>
        <a:lstStyle/>
        <a:p>
          <a:r>
            <a:rPr lang="en-US"/>
            <a:t>• Storage usage tracked per user</a:t>
          </a:r>
        </a:p>
      </dgm:t>
    </dgm:pt>
    <dgm:pt modelId="{958428F2-FCBC-4B14-97DC-BA3BA9A2338F}" type="parTrans" cxnId="{0F0EC1B4-C959-4122-B067-4FEDD5D0A54A}">
      <dgm:prSet/>
      <dgm:spPr/>
      <dgm:t>
        <a:bodyPr/>
        <a:lstStyle/>
        <a:p>
          <a:endParaRPr lang="en-US"/>
        </a:p>
      </dgm:t>
    </dgm:pt>
    <dgm:pt modelId="{B4F2E697-B6F8-4A0C-AF1D-9909BD4104DC}" type="sibTrans" cxnId="{0F0EC1B4-C959-4122-B067-4FEDD5D0A54A}">
      <dgm:prSet/>
      <dgm:spPr/>
      <dgm:t>
        <a:bodyPr/>
        <a:lstStyle/>
        <a:p>
          <a:endParaRPr lang="en-US"/>
        </a:p>
      </dgm:t>
    </dgm:pt>
    <dgm:pt modelId="{D3AC4049-02C1-42D0-90AE-B2E83B2DEFBF}" type="pres">
      <dgm:prSet presAssocID="{FD658405-07FF-4168-BDBB-0441508E1D2F}" presName="outerComposite" presStyleCnt="0">
        <dgm:presLayoutVars>
          <dgm:chMax val="5"/>
          <dgm:dir/>
          <dgm:resizeHandles val="exact"/>
        </dgm:presLayoutVars>
      </dgm:prSet>
      <dgm:spPr/>
    </dgm:pt>
    <dgm:pt modelId="{1581F498-A567-41D4-9F99-7DB81926E63D}" type="pres">
      <dgm:prSet presAssocID="{FD658405-07FF-4168-BDBB-0441508E1D2F}" presName="dummyMaxCanvas" presStyleCnt="0">
        <dgm:presLayoutVars/>
      </dgm:prSet>
      <dgm:spPr/>
    </dgm:pt>
    <dgm:pt modelId="{0A639453-7430-44F9-83AD-C943F1A07D2A}" type="pres">
      <dgm:prSet presAssocID="{FD658405-07FF-4168-BDBB-0441508E1D2F}" presName="FourNodes_1" presStyleLbl="node1" presStyleIdx="0" presStyleCnt="4">
        <dgm:presLayoutVars>
          <dgm:bulletEnabled val="1"/>
        </dgm:presLayoutVars>
      </dgm:prSet>
      <dgm:spPr/>
    </dgm:pt>
    <dgm:pt modelId="{74754FB7-8CDF-4F26-98CC-278EA0215237}" type="pres">
      <dgm:prSet presAssocID="{FD658405-07FF-4168-BDBB-0441508E1D2F}" presName="FourNodes_2" presStyleLbl="node1" presStyleIdx="1" presStyleCnt="4">
        <dgm:presLayoutVars>
          <dgm:bulletEnabled val="1"/>
        </dgm:presLayoutVars>
      </dgm:prSet>
      <dgm:spPr/>
    </dgm:pt>
    <dgm:pt modelId="{AE3E2239-8CCC-4D34-9E57-2EBC66661028}" type="pres">
      <dgm:prSet presAssocID="{FD658405-07FF-4168-BDBB-0441508E1D2F}" presName="FourNodes_3" presStyleLbl="node1" presStyleIdx="2" presStyleCnt="4">
        <dgm:presLayoutVars>
          <dgm:bulletEnabled val="1"/>
        </dgm:presLayoutVars>
      </dgm:prSet>
      <dgm:spPr/>
    </dgm:pt>
    <dgm:pt modelId="{EB9FD3ED-0996-465D-BF93-8E4E65820710}" type="pres">
      <dgm:prSet presAssocID="{FD658405-07FF-4168-BDBB-0441508E1D2F}" presName="FourNodes_4" presStyleLbl="node1" presStyleIdx="3" presStyleCnt="4">
        <dgm:presLayoutVars>
          <dgm:bulletEnabled val="1"/>
        </dgm:presLayoutVars>
      </dgm:prSet>
      <dgm:spPr/>
    </dgm:pt>
    <dgm:pt modelId="{401D24F2-D90D-4AC6-BC4C-69C8FD827701}" type="pres">
      <dgm:prSet presAssocID="{FD658405-07FF-4168-BDBB-0441508E1D2F}" presName="FourConn_1-2" presStyleLbl="fgAccFollowNode1" presStyleIdx="0" presStyleCnt="3">
        <dgm:presLayoutVars>
          <dgm:bulletEnabled val="1"/>
        </dgm:presLayoutVars>
      </dgm:prSet>
      <dgm:spPr/>
    </dgm:pt>
    <dgm:pt modelId="{3634B0C6-CFF6-45AB-9C60-1B40AE786049}" type="pres">
      <dgm:prSet presAssocID="{FD658405-07FF-4168-BDBB-0441508E1D2F}" presName="FourConn_2-3" presStyleLbl="fgAccFollowNode1" presStyleIdx="1" presStyleCnt="3">
        <dgm:presLayoutVars>
          <dgm:bulletEnabled val="1"/>
        </dgm:presLayoutVars>
      </dgm:prSet>
      <dgm:spPr/>
    </dgm:pt>
    <dgm:pt modelId="{280FA1DC-F121-4EEA-917F-6197D0A089DA}" type="pres">
      <dgm:prSet presAssocID="{FD658405-07FF-4168-BDBB-0441508E1D2F}" presName="FourConn_3-4" presStyleLbl="fgAccFollowNode1" presStyleIdx="2" presStyleCnt="3">
        <dgm:presLayoutVars>
          <dgm:bulletEnabled val="1"/>
        </dgm:presLayoutVars>
      </dgm:prSet>
      <dgm:spPr/>
    </dgm:pt>
    <dgm:pt modelId="{266518DE-58ED-471A-87B1-7CE1743B2BD0}" type="pres">
      <dgm:prSet presAssocID="{FD658405-07FF-4168-BDBB-0441508E1D2F}" presName="FourNodes_1_text" presStyleLbl="node1" presStyleIdx="3" presStyleCnt="4">
        <dgm:presLayoutVars>
          <dgm:bulletEnabled val="1"/>
        </dgm:presLayoutVars>
      </dgm:prSet>
      <dgm:spPr/>
    </dgm:pt>
    <dgm:pt modelId="{9D35E78D-C852-44A0-AAC1-25007423A716}" type="pres">
      <dgm:prSet presAssocID="{FD658405-07FF-4168-BDBB-0441508E1D2F}" presName="FourNodes_2_text" presStyleLbl="node1" presStyleIdx="3" presStyleCnt="4">
        <dgm:presLayoutVars>
          <dgm:bulletEnabled val="1"/>
        </dgm:presLayoutVars>
      </dgm:prSet>
      <dgm:spPr/>
    </dgm:pt>
    <dgm:pt modelId="{530C639D-E9CF-4A93-9068-E93E15B36FE8}" type="pres">
      <dgm:prSet presAssocID="{FD658405-07FF-4168-BDBB-0441508E1D2F}" presName="FourNodes_3_text" presStyleLbl="node1" presStyleIdx="3" presStyleCnt="4">
        <dgm:presLayoutVars>
          <dgm:bulletEnabled val="1"/>
        </dgm:presLayoutVars>
      </dgm:prSet>
      <dgm:spPr/>
    </dgm:pt>
    <dgm:pt modelId="{83FA2E7E-EEE5-4088-ABDD-6C83BD06D7FB}" type="pres">
      <dgm:prSet presAssocID="{FD658405-07FF-4168-BDBB-0441508E1D2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1D60413-E91F-4310-BCEB-1E001CBFD792}" srcId="{FD658405-07FF-4168-BDBB-0441508E1D2F}" destId="{1CC8B746-F28E-48D3-A33C-EE6C5507BB0F}" srcOrd="0" destOrd="0" parTransId="{CC36FA82-C61A-4341-AE56-15F265084940}" sibTransId="{967C0F8F-C679-4478-AE8B-94C99798417A}"/>
    <dgm:cxn modelId="{66EE6027-77E8-4A75-8202-2CB6F1F169C5}" type="presOf" srcId="{EE612694-A084-481D-9FBF-0541B5AC079D}" destId="{3634B0C6-CFF6-45AB-9C60-1B40AE786049}" srcOrd="0" destOrd="0" presId="urn:microsoft.com/office/officeart/2005/8/layout/vProcess5"/>
    <dgm:cxn modelId="{C262CF2A-7605-45B7-ABCA-F95C42B7FEDD}" type="presOf" srcId="{1CC8B746-F28E-48D3-A33C-EE6C5507BB0F}" destId="{266518DE-58ED-471A-87B1-7CE1743B2BD0}" srcOrd="1" destOrd="0" presId="urn:microsoft.com/office/officeart/2005/8/layout/vProcess5"/>
    <dgm:cxn modelId="{C946253D-7B17-4029-94D4-CE422355C76B}" type="presOf" srcId="{967C0F8F-C679-4478-AE8B-94C99798417A}" destId="{401D24F2-D90D-4AC6-BC4C-69C8FD827701}" srcOrd="0" destOrd="0" presId="urn:microsoft.com/office/officeart/2005/8/layout/vProcess5"/>
    <dgm:cxn modelId="{2C7D6A67-D118-4655-8F5A-28BACC183AA3}" type="presOf" srcId="{FD658405-07FF-4168-BDBB-0441508E1D2F}" destId="{D3AC4049-02C1-42D0-90AE-B2E83B2DEFBF}" srcOrd="0" destOrd="0" presId="urn:microsoft.com/office/officeart/2005/8/layout/vProcess5"/>
    <dgm:cxn modelId="{16BA724A-D6DC-4DC9-9FB2-1FAA5BA8E2FF}" type="presOf" srcId="{1CC8B746-F28E-48D3-A33C-EE6C5507BB0F}" destId="{0A639453-7430-44F9-83AD-C943F1A07D2A}" srcOrd="0" destOrd="0" presId="urn:microsoft.com/office/officeart/2005/8/layout/vProcess5"/>
    <dgm:cxn modelId="{8710094B-96D7-435C-8295-76E25840B3A6}" srcId="{FD658405-07FF-4168-BDBB-0441508E1D2F}" destId="{53F4A6BE-C2E6-44BA-8796-230890484D44}" srcOrd="2" destOrd="0" parTransId="{B7F08CEB-B314-4775-BF35-9FED7DF96E62}" sibTransId="{FB575297-6D57-4999-B65A-28B8AAB7F948}"/>
    <dgm:cxn modelId="{ABC1C778-0D2C-41A6-A658-9455DBB48D2B}" type="presOf" srcId="{84176841-631D-46D7-8164-84D7BFB4FAA9}" destId="{83FA2E7E-EEE5-4088-ABDD-6C83BD06D7FB}" srcOrd="1" destOrd="0" presId="urn:microsoft.com/office/officeart/2005/8/layout/vProcess5"/>
    <dgm:cxn modelId="{DDC21579-2489-4540-888E-FC78CD3DBE4A}" type="presOf" srcId="{84176841-631D-46D7-8164-84D7BFB4FAA9}" destId="{EB9FD3ED-0996-465D-BF93-8E4E65820710}" srcOrd="0" destOrd="0" presId="urn:microsoft.com/office/officeart/2005/8/layout/vProcess5"/>
    <dgm:cxn modelId="{692B9282-B89B-4F46-8540-5D34E4F2BAE2}" type="presOf" srcId="{2B50723E-C068-4384-A0FC-CC1CFD7B1DE4}" destId="{74754FB7-8CDF-4F26-98CC-278EA0215237}" srcOrd="0" destOrd="0" presId="urn:microsoft.com/office/officeart/2005/8/layout/vProcess5"/>
    <dgm:cxn modelId="{BE97F384-31F8-4E06-ADFA-B7E31F092C36}" type="presOf" srcId="{FB575297-6D57-4999-B65A-28B8AAB7F948}" destId="{280FA1DC-F121-4EEA-917F-6197D0A089DA}" srcOrd="0" destOrd="0" presId="urn:microsoft.com/office/officeart/2005/8/layout/vProcess5"/>
    <dgm:cxn modelId="{485A9391-7793-4927-8F86-9F1C1E4ACCF1}" type="presOf" srcId="{2B50723E-C068-4384-A0FC-CC1CFD7B1DE4}" destId="{9D35E78D-C852-44A0-AAC1-25007423A716}" srcOrd="1" destOrd="0" presId="urn:microsoft.com/office/officeart/2005/8/layout/vProcess5"/>
    <dgm:cxn modelId="{F7E3D6A2-5A45-4F86-85EB-8CF00FB0F3C2}" type="presOf" srcId="{53F4A6BE-C2E6-44BA-8796-230890484D44}" destId="{AE3E2239-8CCC-4D34-9E57-2EBC66661028}" srcOrd="0" destOrd="0" presId="urn:microsoft.com/office/officeart/2005/8/layout/vProcess5"/>
    <dgm:cxn modelId="{0F0EC1B4-C959-4122-B067-4FEDD5D0A54A}" srcId="{FD658405-07FF-4168-BDBB-0441508E1D2F}" destId="{84176841-631D-46D7-8164-84D7BFB4FAA9}" srcOrd="3" destOrd="0" parTransId="{958428F2-FCBC-4B14-97DC-BA3BA9A2338F}" sibTransId="{B4F2E697-B6F8-4A0C-AF1D-9909BD4104DC}"/>
    <dgm:cxn modelId="{8E9FA8B5-C0E4-489E-96E1-E4F5E49F75A4}" srcId="{FD658405-07FF-4168-BDBB-0441508E1D2F}" destId="{2B50723E-C068-4384-A0FC-CC1CFD7B1DE4}" srcOrd="1" destOrd="0" parTransId="{F60D4DCD-2642-4229-9CFC-39B3A00E9EF3}" sibTransId="{EE612694-A084-481D-9FBF-0541B5AC079D}"/>
    <dgm:cxn modelId="{4234E1EB-3FC8-496F-9D86-A7AF1A816E0A}" type="presOf" srcId="{53F4A6BE-C2E6-44BA-8796-230890484D44}" destId="{530C639D-E9CF-4A93-9068-E93E15B36FE8}" srcOrd="1" destOrd="0" presId="urn:microsoft.com/office/officeart/2005/8/layout/vProcess5"/>
    <dgm:cxn modelId="{C3358A63-A50B-4EAE-9749-1A3B5E662C23}" type="presParOf" srcId="{D3AC4049-02C1-42D0-90AE-B2E83B2DEFBF}" destId="{1581F498-A567-41D4-9F99-7DB81926E63D}" srcOrd="0" destOrd="0" presId="urn:microsoft.com/office/officeart/2005/8/layout/vProcess5"/>
    <dgm:cxn modelId="{070C783C-6F57-4D46-80AD-65701EEBA264}" type="presParOf" srcId="{D3AC4049-02C1-42D0-90AE-B2E83B2DEFBF}" destId="{0A639453-7430-44F9-83AD-C943F1A07D2A}" srcOrd="1" destOrd="0" presId="urn:microsoft.com/office/officeart/2005/8/layout/vProcess5"/>
    <dgm:cxn modelId="{28749B0A-03E4-4E02-B2C0-91314F06AE16}" type="presParOf" srcId="{D3AC4049-02C1-42D0-90AE-B2E83B2DEFBF}" destId="{74754FB7-8CDF-4F26-98CC-278EA0215237}" srcOrd="2" destOrd="0" presId="urn:microsoft.com/office/officeart/2005/8/layout/vProcess5"/>
    <dgm:cxn modelId="{83D397D6-5595-43C1-9517-FB07B110BAEB}" type="presParOf" srcId="{D3AC4049-02C1-42D0-90AE-B2E83B2DEFBF}" destId="{AE3E2239-8CCC-4D34-9E57-2EBC66661028}" srcOrd="3" destOrd="0" presId="urn:microsoft.com/office/officeart/2005/8/layout/vProcess5"/>
    <dgm:cxn modelId="{FC7B3533-6E4F-43E6-88F3-D5582F1DA604}" type="presParOf" srcId="{D3AC4049-02C1-42D0-90AE-B2E83B2DEFBF}" destId="{EB9FD3ED-0996-465D-BF93-8E4E65820710}" srcOrd="4" destOrd="0" presId="urn:microsoft.com/office/officeart/2005/8/layout/vProcess5"/>
    <dgm:cxn modelId="{AF1170EC-C079-47BB-B874-294470843294}" type="presParOf" srcId="{D3AC4049-02C1-42D0-90AE-B2E83B2DEFBF}" destId="{401D24F2-D90D-4AC6-BC4C-69C8FD827701}" srcOrd="5" destOrd="0" presId="urn:microsoft.com/office/officeart/2005/8/layout/vProcess5"/>
    <dgm:cxn modelId="{144BEFC2-1E58-4960-8CF0-54B9C69C8F92}" type="presParOf" srcId="{D3AC4049-02C1-42D0-90AE-B2E83B2DEFBF}" destId="{3634B0C6-CFF6-45AB-9C60-1B40AE786049}" srcOrd="6" destOrd="0" presId="urn:microsoft.com/office/officeart/2005/8/layout/vProcess5"/>
    <dgm:cxn modelId="{317C52ED-35E4-4D01-A5CB-146489550500}" type="presParOf" srcId="{D3AC4049-02C1-42D0-90AE-B2E83B2DEFBF}" destId="{280FA1DC-F121-4EEA-917F-6197D0A089DA}" srcOrd="7" destOrd="0" presId="urn:microsoft.com/office/officeart/2005/8/layout/vProcess5"/>
    <dgm:cxn modelId="{2620A3E6-AEC9-4A47-B1BC-56CF4DEA2E04}" type="presParOf" srcId="{D3AC4049-02C1-42D0-90AE-B2E83B2DEFBF}" destId="{266518DE-58ED-471A-87B1-7CE1743B2BD0}" srcOrd="8" destOrd="0" presId="urn:microsoft.com/office/officeart/2005/8/layout/vProcess5"/>
    <dgm:cxn modelId="{325CF61D-45E5-48C7-98FB-327BFB1B7C11}" type="presParOf" srcId="{D3AC4049-02C1-42D0-90AE-B2E83B2DEFBF}" destId="{9D35E78D-C852-44A0-AAC1-25007423A716}" srcOrd="9" destOrd="0" presId="urn:microsoft.com/office/officeart/2005/8/layout/vProcess5"/>
    <dgm:cxn modelId="{179CF0C7-C768-41E8-9BE8-01CE12E462C0}" type="presParOf" srcId="{D3AC4049-02C1-42D0-90AE-B2E83B2DEFBF}" destId="{530C639D-E9CF-4A93-9068-E93E15B36FE8}" srcOrd="10" destOrd="0" presId="urn:microsoft.com/office/officeart/2005/8/layout/vProcess5"/>
    <dgm:cxn modelId="{C5E8DDFF-3689-40C7-9BB8-98584F515833}" type="presParOf" srcId="{D3AC4049-02C1-42D0-90AE-B2E83B2DEFBF}" destId="{83FA2E7E-EEE5-4088-ABDD-6C83BD06D7F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B3D7ED-CFBD-4A48-907A-1293874C1C7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9252466-86AE-4DB3-83DD-210C09B0A202}">
      <dgm:prSet/>
      <dgm:spPr/>
      <dgm:t>
        <a:bodyPr/>
        <a:lstStyle/>
        <a:p>
          <a:pPr>
            <a:defRPr cap="all"/>
          </a:pPr>
          <a:r>
            <a:rPr lang="en-US"/>
            <a:t>• View uploaded files</a:t>
          </a:r>
        </a:p>
      </dgm:t>
    </dgm:pt>
    <dgm:pt modelId="{68F4CC3F-97EB-450E-A093-63009E9188B3}" type="parTrans" cxnId="{4EA79D19-E4A4-4E0E-943B-D332761D1BBB}">
      <dgm:prSet/>
      <dgm:spPr/>
      <dgm:t>
        <a:bodyPr/>
        <a:lstStyle/>
        <a:p>
          <a:endParaRPr lang="en-US"/>
        </a:p>
      </dgm:t>
    </dgm:pt>
    <dgm:pt modelId="{5FB57B79-1C7F-4B7D-837E-1F7AB669DD69}" type="sibTrans" cxnId="{4EA79D19-E4A4-4E0E-943B-D332761D1BBB}">
      <dgm:prSet/>
      <dgm:spPr/>
      <dgm:t>
        <a:bodyPr/>
        <a:lstStyle/>
        <a:p>
          <a:endParaRPr lang="en-US"/>
        </a:p>
      </dgm:t>
    </dgm:pt>
    <dgm:pt modelId="{73C41723-9009-437B-AD5D-72DFED4883C3}">
      <dgm:prSet/>
      <dgm:spPr/>
      <dgm:t>
        <a:bodyPr/>
        <a:lstStyle/>
        <a:p>
          <a:pPr>
            <a:defRPr cap="all"/>
          </a:pPr>
          <a:r>
            <a:rPr lang="en-US"/>
            <a:t>• Monitor storage usage</a:t>
          </a:r>
        </a:p>
      </dgm:t>
    </dgm:pt>
    <dgm:pt modelId="{CAEA5DE3-3B55-4FB2-B6E5-1E7C781419B0}" type="parTrans" cxnId="{72A1F841-F756-45EE-92C2-7E97F75418D6}">
      <dgm:prSet/>
      <dgm:spPr/>
      <dgm:t>
        <a:bodyPr/>
        <a:lstStyle/>
        <a:p>
          <a:endParaRPr lang="en-US"/>
        </a:p>
      </dgm:t>
    </dgm:pt>
    <dgm:pt modelId="{5DC74C48-BDBF-416D-B444-3970C325DD1D}" type="sibTrans" cxnId="{72A1F841-F756-45EE-92C2-7E97F75418D6}">
      <dgm:prSet/>
      <dgm:spPr/>
      <dgm:t>
        <a:bodyPr/>
        <a:lstStyle/>
        <a:p>
          <a:endParaRPr lang="en-US"/>
        </a:p>
      </dgm:t>
    </dgm:pt>
    <dgm:pt modelId="{BE4F4A9C-E5B7-4DC8-83BC-1F5136F72CEC}">
      <dgm:prSet/>
      <dgm:spPr/>
      <dgm:t>
        <a:bodyPr/>
        <a:lstStyle/>
        <a:p>
          <a:pPr>
            <a:defRPr cap="all"/>
          </a:pPr>
          <a:r>
            <a:rPr lang="en-US"/>
            <a:t>• Display file count</a:t>
          </a:r>
        </a:p>
      </dgm:t>
    </dgm:pt>
    <dgm:pt modelId="{F1638C78-CD54-4B03-9B2E-0C85994E964D}" type="parTrans" cxnId="{1038045C-5F5D-48B3-9B06-14D65F691BED}">
      <dgm:prSet/>
      <dgm:spPr/>
      <dgm:t>
        <a:bodyPr/>
        <a:lstStyle/>
        <a:p>
          <a:endParaRPr lang="en-US"/>
        </a:p>
      </dgm:t>
    </dgm:pt>
    <dgm:pt modelId="{54D60873-13BA-47AB-9EB4-66D51E19D703}" type="sibTrans" cxnId="{1038045C-5F5D-48B3-9B06-14D65F691BED}">
      <dgm:prSet/>
      <dgm:spPr/>
      <dgm:t>
        <a:bodyPr/>
        <a:lstStyle/>
        <a:p>
          <a:endParaRPr lang="en-US"/>
        </a:p>
      </dgm:t>
    </dgm:pt>
    <dgm:pt modelId="{F7C24E92-EF58-4036-A57F-9DD682EF3706}">
      <dgm:prSet/>
      <dgm:spPr/>
      <dgm:t>
        <a:bodyPr/>
        <a:lstStyle/>
        <a:p>
          <a:pPr>
            <a:defRPr cap="all"/>
          </a:pPr>
          <a:r>
            <a:rPr lang="en-US"/>
            <a:t>• View deleted files (optional)</a:t>
          </a:r>
        </a:p>
      </dgm:t>
    </dgm:pt>
    <dgm:pt modelId="{45E7C815-8BC1-4720-BA7A-0734E315CD0D}" type="parTrans" cxnId="{87647F6C-6D3F-4ECD-88DC-91AADA8AA653}">
      <dgm:prSet/>
      <dgm:spPr/>
      <dgm:t>
        <a:bodyPr/>
        <a:lstStyle/>
        <a:p>
          <a:endParaRPr lang="en-US"/>
        </a:p>
      </dgm:t>
    </dgm:pt>
    <dgm:pt modelId="{DD967FBD-1636-41B2-9440-CDC4F3381871}" type="sibTrans" cxnId="{87647F6C-6D3F-4ECD-88DC-91AADA8AA653}">
      <dgm:prSet/>
      <dgm:spPr/>
      <dgm:t>
        <a:bodyPr/>
        <a:lstStyle/>
        <a:p>
          <a:endParaRPr lang="en-US"/>
        </a:p>
      </dgm:t>
    </dgm:pt>
    <dgm:pt modelId="{441DCE06-6C04-465B-8DFE-27B1AD5A3CFD}" type="pres">
      <dgm:prSet presAssocID="{BCB3D7ED-CFBD-4A48-907A-1293874C1C7F}" presName="root" presStyleCnt="0">
        <dgm:presLayoutVars>
          <dgm:dir/>
          <dgm:resizeHandles val="exact"/>
        </dgm:presLayoutVars>
      </dgm:prSet>
      <dgm:spPr/>
    </dgm:pt>
    <dgm:pt modelId="{13653AF5-0136-4612-970F-08EBEA4D1A59}" type="pres">
      <dgm:prSet presAssocID="{99252466-86AE-4DB3-83DD-210C09B0A202}" presName="compNode" presStyleCnt="0"/>
      <dgm:spPr/>
    </dgm:pt>
    <dgm:pt modelId="{F71CF6EE-8D76-4D16-B784-81866A390ADA}" type="pres">
      <dgm:prSet presAssocID="{99252466-86AE-4DB3-83DD-210C09B0A202}" presName="iconBgRect" presStyleLbl="bgShp" presStyleIdx="0" presStyleCnt="4"/>
      <dgm:spPr/>
    </dgm:pt>
    <dgm:pt modelId="{4FA87398-C07F-4A4B-98D2-F4304AC53740}" type="pres">
      <dgm:prSet presAssocID="{99252466-86AE-4DB3-83DD-210C09B0A20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522E31D4-273B-4DF9-BBC7-F3236B15B00B}" type="pres">
      <dgm:prSet presAssocID="{99252466-86AE-4DB3-83DD-210C09B0A202}" presName="spaceRect" presStyleCnt="0"/>
      <dgm:spPr/>
    </dgm:pt>
    <dgm:pt modelId="{466C1C3C-1CC3-4F44-8A1A-0879052B54FB}" type="pres">
      <dgm:prSet presAssocID="{99252466-86AE-4DB3-83DD-210C09B0A202}" presName="textRect" presStyleLbl="revTx" presStyleIdx="0" presStyleCnt="4">
        <dgm:presLayoutVars>
          <dgm:chMax val="1"/>
          <dgm:chPref val="1"/>
        </dgm:presLayoutVars>
      </dgm:prSet>
      <dgm:spPr/>
    </dgm:pt>
    <dgm:pt modelId="{D057D3CF-0EF1-494C-B46D-115800F378FC}" type="pres">
      <dgm:prSet presAssocID="{5FB57B79-1C7F-4B7D-837E-1F7AB669DD69}" presName="sibTrans" presStyleCnt="0"/>
      <dgm:spPr/>
    </dgm:pt>
    <dgm:pt modelId="{0C6CE242-BF56-494B-AF83-63801AE249DD}" type="pres">
      <dgm:prSet presAssocID="{73C41723-9009-437B-AD5D-72DFED4883C3}" presName="compNode" presStyleCnt="0"/>
      <dgm:spPr/>
    </dgm:pt>
    <dgm:pt modelId="{48F9E4B5-BB12-43BF-8242-570BEF1B9782}" type="pres">
      <dgm:prSet presAssocID="{73C41723-9009-437B-AD5D-72DFED4883C3}" presName="iconBgRect" presStyleLbl="bgShp" presStyleIdx="1" presStyleCnt="4"/>
      <dgm:spPr/>
    </dgm:pt>
    <dgm:pt modelId="{753C68E1-CCFF-48E7-9F23-C17523CA1748}" type="pres">
      <dgm:prSet presAssocID="{73C41723-9009-437B-AD5D-72DFED4883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A72110E-1C00-411E-AECD-7BD431BDF0F4}" type="pres">
      <dgm:prSet presAssocID="{73C41723-9009-437B-AD5D-72DFED4883C3}" presName="spaceRect" presStyleCnt="0"/>
      <dgm:spPr/>
    </dgm:pt>
    <dgm:pt modelId="{A045EEA2-18D5-477B-BCB3-EEC2932AC882}" type="pres">
      <dgm:prSet presAssocID="{73C41723-9009-437B-AD5D-72DFED4883C3}" presName="textRect" presStyleLbl="revTx" presStyleIdx="1" presStyleCnt="4">
        <dgm:presLayoutVars>
          <dgm:chMax val="1"/>
          <dgm:chPref val="1"/>
        </dgm:presLayoutVars>
      </dgm:prSet>
      <dgm:spPr/>
    </dgm:pt>
    <dgm:pt modelId="{D8C5A9B7-50D1-4F2A-86AF-7C815D3EAA07}" type="pres">
      <dgm:prSet presAssocID="{5DC74C48-BDBF-416D-B444-3970C325DD1D}" presName="sibTrans" presStyleCnt="0"/>
      <dgm:spPr/>
    </dgm:pt>
    <dgm:pt modelId="{B4CF4ACF-0566-4A54-B375-253EBF46FD3F}" type="pres">
      <dgm:prSet presAssocID="{BE4F4A9C-E5B7-4DC8-83BC-1F5136F72CEC}" presName="compNode" presStyleCnt="0"/>
      <dgm:spPr/>
    </dgm:pt>
    <dgm:pt modelId="{BECAD2A4-A35D-46FA-947D-AB81EA3E6862}" type="pres">
      <dgm:prSet presAssocID="{BE4F4A9C-E5B7-4DC8-83BC-1F5136F72CEC}" presName="iconBgRect" presStyleLbl="bgShp" presStyleIdx="2" presStyleCnt="4"/>
      <dgm:spPr/>
    </dgm:pt>
    <dgm:pt modelId="{A86889C7-5DBD-4B25-B171-60CB5FC5CC75}" type="pres">
      <dgm:prSet presAssocID="{BE4F4A9C-E5B7-4DC8-83BC-1F5136F72C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FFBFA51-4EAA-4BB3-AE77-CC6C77829B2B}" type="pres">
      <dgm:prSet presAssocID="{BE4F4A9C-E5B7-4DC8-83BC-1F5136F72CEC}" presName="spaceRect" presStyleCnt="0"/>
      <dgm:spPr/>
    </dgm:pt>
    <dgm:pt modelId="{10CFF0C0-E74F-4E18-890F-1DDBB8E2E0CC}" type="pres">
      <dgm:prSet presAssocID="{BE4F4A9C-E5B7-4DC8-83BC-1F5136F72CEC}" presName="textRect" presStyleLbl="revTx" presStyleIdx="2" presStyleCnt="4">
        <dgm:presLayoutVars>
          <dgm:chMax val="1"/>
          <dgm:chPref val="1"/>
        </dgm:presLayoutVars>
      </dgm:prSet>
      <dgm:spPr/>
    </dgm:pt>
    <dgm:pt modelId="{2D9CF150-4334-4401-A100-3BE513EA5C39}" type="pres">
      <dgm:prSet presAssocID="{54D60873-13BA-47AB-9EB4-66D51E19D703}" presName="sibTrans" presStyleCnt="0"/>
      <dgm:spPr/>
    </dgm:pt>
    <dgm:pt modelId="{9313D0D2-1DB7-441A-881B-4ADA2E414926}" type="pres">
      <dgm:prSet presAssocID="{F7C24E92-EF58-4036-A57F-9DD682EF3706}" presName="compNode" presStyleCnt="0"/>
      <dgm:spPr/>
    </dgm:pt>
    <dgm:pt modelId="{99B42E71-23DB-4C00-8080-4543AC4E3BCA}" type="pres">
      <dgm:prSet presAssocID="{F7C24E92-EF58-4036-A57F-9DD682EF3706}" presName="iconBgRect" presStyleLbl="bgShp" presStyleIdx="3" presStyleCnt="4"/>
      <dgm:spPr/>
    </dgm:pt>
    <dgm:pt modelId="{6E015EEA-2A49-42DA-99E2-AB09BA04CB85}" type="pres">
      <dgm:prSet presAssocID="{F7C24E92-EF58-4036-A57F-9DD682EF37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DA5B984-CA3F-4542-88AE-2449B4DCE0E1}" type="pres">
      <dgm:prSet presAssocID="{F7C24E92-EF58-4036-A57F-9DD682EF3706}" presName="spaceRect" presStyleCnt="0"/>
      <dgm:spPr/>
    </dgm:pt>
    <dgm:pt modelId="{302BDDC2-EC00-4211-9727-464DBB62151D}" type="pres">
      <dgm:prSet presAssocID="{F7C24E92-EF58-4036-A57F-9DD682EF370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A79D19-E4A4-4E0E-943B-D332761D1BBB}" srcId="{BCB3D7ED-CFBD-4A48-907A-1293874C1C7F}" destId="{99252466-86AE-4DB3-83DD-210C09B0A202}" srcOrd="0" destOrd="0" parTransId="{68F4CC3F-97EB-450E-A093-63009E9188B3}" sibTransId="{5FB57B79-1C7F-4B7D-837E-1F7AB669DD69}"/>
    <dgm:cxn modelId="{86D10A3E-B188-4181-947F-6271DC397E80}" type="presOf" srcId="{BCB3D7ED-CFBD-4A48-907A-1293874C1C7F}" destId="{441DCE06-6C04-465B-8DFE-27B1AD5A3CFD}" srcOrd="0" destOrd="0" presId="urn:microsoft.com/office/officeart/2018/5/layout/IconCircleLabelList"/>
    <dgm:cxn modelId="{1038045C-5F5D-48B3-9B06-14D65F691BED}" srcId="{BCB3D7ED-CFBD-4A48-907A-1293874C1C7F}" destId="{BE4F4A9C-E5B7-4DC8-83BC-1F5136F72CEC}" srcOrd="2" destOrd="0" parTransId="{F1638C78-CD54-4B03-9B2E-0C85994E964D}" sibTransId="{54D60873-13BA-47AB-9EB4-66D51E19D703}"/>
    <dgm:cxn modelId="{72A1F841-F756-45EE-92C2-7E97F75418D6}" srcId="{BCB3D7ED-CFBD-4A48-907A-1293874C1C7F}" destId="{73C41723-9009-437B-AD5D-72DFED4883C3}" srcOrd="1" destOrd="0" parTransId="{CAEA5DE3-3B55-4FB2-B6E5-1E7C781419B0}" sibTransId="{5DC74C48-BDBF-416D-B444-3970C325DD1D}"/>
    <dgm:cxn modelId="{87647F6C-6D3F-4ECD-88DC-91AADA8AA653}" srcId="{BCB3D7ED-CFBD-4A48-907A-1293874C1C7F}" destId="{F7C24E92-EF58-4036-A57F-9DD682EF3706}" srcOrd="3" destOrd="0" parTransId="{45E7C815-8BC1-4720-BA7A-0734E315CD0D}" sibTransId="{DD967FBD-1636-41B2-9440-CDC4F3381871}"/>
    <dgm:cxn modelId="{960AD196-9251-4D59-8C16-F8DFBFB3C519}" type="presOf" srcId="{BE4F4A9C-E5B7-4DC8-83BC-1F5136F72CEC}" destId="{10CFF0C0-E74F-4E18-890F-1DDBB8E2E0CC}" srcOrd="0" destOrd="0" presId="urn:microsoft.com/office/officeart/2018/5/layout/IconCircleLabelList"/>
    <dgm:cxn modelId="{F3258D99-6B26-458D-B513-336B41CEF63A}" type="presOf" srcId="{99252466-86AE-4DB3-83DD-210C09B0A202}" destId="{466C1C3C-1CC3-4F44-8A1A-0879052B54FB}" srcOrd="0" destOrd="0" presId="urn:microsoft.com/office/officeart/2018/5/layout/IconCircleLabelList"/>
    <dgm:cxn modelId="{89E09AE2-6AFC-4A7F-A2CE-A84B4ECE0923}" type="presOf" srcId="{F7C24E92-EF58-4036-A57F-9DD682EF3706}" destId="{302BDDC2-EC00-4211-9727-464DBB62151D}" srcOrd="0" destOrd="0" presId="urn:microsoft.com/office/officeart/2018/5/layout/IconCircleLabelList"/>
    <dgm:cxn modelId="{955E43EC-A8FD-4809-A142-3FB1D14FAF69}" type="presOf" srcId="{73C41723-9009-437B-AD5D-72DFED4883C3}" destId="{A045EEA2-18D5-477B-BCB3-EEC2932AC882}" srcOrd="0" destOrd="0" presId="urn:microsoft.com/office/officeart/2018/5/layout/IconCircleLabelList"/>
    <dgm:cxn modelId="{2D045FF2-863C-4165-BC29-0C243C2C4F7B}" type="presParOf" srcId="{441DCE06-6C04-465B-8DFE-27B1AD5A3CFD}" destId="{13653AF5-0136-4612-970F-08EBEA4D1A59}" srcOrd="0" destOrd="0" presId="urn:microsoft.com/office/officeart/2018/5/layout/IconCircleLabelList"/>
    <dgm:cxn modelId="{79160BFA-2DFA-4091-9ED1-9A5D712024C3}" type="presParOf" srcId="{13653AF5-0136-4612-970F-08EBEA4D1A59}" destId="{F71CF6EE-8D76-4D16-B784-81866A390ADA}" srcOrd="0" destOrd="0" presId="urn:microsoft.com/office/officeart/2018/5/layout/IconCircleLabelList"/>
    <dgm:cxn modelId="{9B49E3EF-FEB2-4CCF-9BDE-A24882DF16F1}" type="presParOf" srcId="{13653AF5-0136-4612-970F-08EBEA4D1A59}" destId="{4FA87398-C07F-4A4B-98D2-F4304AC53740}" srcOrd="1" destOrd="0" presId="urn:microsoft.com/office/officeart/2018/5/layout/IconCircleLabelList"/>
    <dgm:cxn modelId="{CFD9E62F-394A-4394-8D60-21B1B22342DF}" type="presParOf" srcId="{13653AF5-0136-4612-970F-08EBEA4D1A59}" destId="{522E31D4-273B-4DF9-BBC7-F3236B15B00B}" srcOrd="2" destOrd="0" presId="urn:microsoft.com/office/officeart/2018/5/layout/IconCircleLabelList"/>
    <dgm:cxn modelId="{201C0B7A-D130-43EC-97FE-789027FBA181}" type="presParOf" srcId="{13653AF5-0136-4612-970F-08EBEA4D1A59}" destId="{466C1C3C-1CC3-4F44-8A1A-0879052B54FB}" srcOrd="3" destOrd="0" presId="urn:microsoft.com/office/officeart/2018/5/layout/IconCircleLabelList"/>
    <dgm:cxn modelId="{CB6C100F-11C9-4D38-8BB7-D26701AAE2E2}" type="presParOf" srcId="{441DCE06-6C04-465B-8DFE-27B1AD5A3CFD}" destId="{D057D3CF-0EF1-494C-B46D-115800F378FC}" srcOrd="1" destOrd="0" presId="urn:microsoft.com/office/officeart/2018/5/layout/IconCircleLabelList"/>
    <dgm:cxn modelId="{190A5E16-2F2D-46AA-95FA-90840713B676}" type="presParOf" srcId="{441DCE06-6C04-465B-8DFE-27B1AD5A3CFD}" destId="{0C6CE242-BF56-494B-AF83-63801AE249DD}" srcOrd="2" destOrd="0" presId="urn:microsoft.com/office/officeart/2018/5/layout/IconCircleLabelList"/>
    <dgm:cxn modelId="{422ED21A-0340-4E43-A61E-E27A9149CD47}" type="presParOf" srcId="{0C6CE242-BF56-494B-AF83-63801AE249DD}" destId="{48F9E4B5-BB12-43BF-8242-570BEF1B9782}" srcOrd="0" destOrd="0" presId="urn:microsoft.com/office/officeart/2018/5/layout/IconCircleLabelList"/>
    <dgm:cxn modelId="{41A4A2F9-BE84-4DE5-9733-B5A37A7EC7CF}" type="presParOf" srcId="{0C6CE242-BF56-494B-AF83-63801AE249DD}" destId="{753C68E1-CCFF-48E7-9F23-C17523CA1748}" srcOrd="1" destOrd="0" presId="urn:microsoft.com/office/officeart/2018/5/layout/IconCircleLabelList"/>
    <dgm:cxn modelId="{2B138C8B-B429-40F9-8214-AD264A39EA70}" type="presParOf" srcId="{0C6CE242-BF56-494B-AF83-63801AE249DD}" destId="{0A72110E-1C00-411E-AECD-7BD431BDF0F4}" srcOrd="2" destOrd="0" presId="urn:microsoft.com/office/officeart/2018/5/layout/IconCircleLabelList"/>
    <dgm:cxn modelId="{A42C6415-0B3F-4F1D-9214-6FB81A24E21D}" type="presParOf" srcId="{0C6CE242-BF56-494B-AF83-63801AE249DD}" destId="{A045EEA2-18D5-477B-BCB3-EEC2932AC882}" srcOrd="3" destOrd="0" presId="urn:microsoft.com/office/officeart/2018/5/layout/IconCircleLabelList"/>
    <dgm:cxn modelId="{2189D640-25C6-430B-9F6F-5C6E775816EF}" type="presParOf" srcId="{441DCE06-6C04-465B-8DFE-27B1AD5A3CFD}" destId="{D8C5A9B7-50D1-4F2A-86AF-7C815D3EAA07}" srcOrd="3" destOrd="0" presId="urn:microsoft.com/office/officeart/2018/5/layout/IconCircleLabelList"/>
    <dgm:cxn modelId="{CB9A2674-CD6A-4910-9F82-F5F4E3F62A9D}" type="presParOf" srcId="{441DCE06-6C04-465B-8DFE-27B1AD5A3CFD}" destId="{B4CF4ACF-0566-4A54-B375-253EBF46FD3F}" srcOrd="4" destOrd="0" presId="urn:microsoft.com/office/officeart/2018/5/layout/IconCircleLabelList"/>
    <dgm:cxn modelId="{58D0D886-5226-45C8-AC7B-9EB67E4356A7}" type="presParOf" srcId="{B4CF4ACF-0566-4A54-B375-253EBF46FD3F}" destId="{BECAD2A4-A35D-46FA-947D-AB81EA3E6862}" srcOrd="0" destOrd="0" presId="urn:microsoft.com/office/officeart/2018/5/layout/IconCircleLabelList"/>
    <dgm:cxn modelId="{21E8C570-CD25-42E6-9F57-1060A1996CC0}" type="presParOf" srcId="{B4CF4ACF-0566-4A54-B375-253EBF46FD3F}" destId="{A86889C7-5DBD-4B25-B171-60CB5FC5CC75}" srcOrd="1" destOrd="0" presId="urn:microsoft.com/office/officeart/2018/5/layout/IconCircleLabelList"/>
    <dgm:cxn modelId="{A313ED4A-DFDC-41C4-A208-A92E732B45EF}" type="presParOf" srcId="{B4CF4ACF-0566-4A54-B375-253EBF46FD3F}" destId="{6FFBFA51-4EAA-4BB3-AE77-CC6C77829B2B}" srcOrd="2" destOrd="0" presId="urn:microsoft.com/office/officeart/2018/5/layout/IconCircleLabelList"/>
    <dgm:cxn modelId="{C1B3F305-B666-49D9-8C5A-A740C2DA65DA}" type="presParOf" srcId="{B4CF4ACF-0566-4A54-B375-253EBF46FD3F}" destId="{10CFF0C0-E74F-4E18-890F-1DDBB8E2E0CC}" srcOrd="3" destOrd="0" presId="urn:microsoft.com/office/officeart/2018/5/layout/IconCircleLabelList"/>
    <dgm:cxn modelId="{54A69CFD-E8AD-4BB8-9DD2-6579C08E9DD9}" type="presParOf" srcId="{441DCE06-6C04-465B-8DFE-27B1AD5A3CFD}" destId="{2D9CF150-4334-4401-A100-3BE513EA5C39}" srcOrd="5" destOrd="0" presId="urn:microsoft.com/office/officeart/2018/5/layout/IconCircleLabelList"/>
    <dgm:cxn modelId="{C267FE6C-5147-47B6-A507-7944B2D3B6BE}" type="presParOf" srcId="{441DCE06-6C04-465B-8DFE-27B1AD5A3CFD}" destId="{9313D0D2-1DB7-441A-881B-4ADA2E414926}" srcOrd="6" destOrd="0" presId="urn:microsoft.com/office/officeart/2018/5/layout/IconCircleLabelList"/>
    <dgm:cxn modelId="{8B26471B-1B22-42F2-9C70-39AB2DE41AEA}" type="presParOf" srcId="{9313D0D2-1DB7-441A-881B-4ADA2E414926}" destId="{99B42E71-23DB-4C00-8080-4543AC4E3BCA}" srcOrd="0" destOrd="0" presId="urn:microsoft.com/office/officeart/2018/5/layout/IconCircleLabelList"/>
    <dgm:cxn modelId="{5233CD30-3161-4E92-9205-CB704DF47C65}" type="presParOf" srcId="{9313D0D2-1DB7-441A-881B-4ADA2E414926}" destId="{6E015EEA-2A49-42DA-99E2-AB09BA04CB85}" srcOrd="1" destOrd="0" presId="urn:microsoft.com/office/officeart/2018/5/layout/IconCircleLabelList"/>
    <dgm:cxn modelId="{68F3C319-522D-47F3-B252-F39A3D2B11C9}" type="presParOf" srcId="{9313D0D2-1DB7-441A-881B-4ADA2E414926}" destId="{7DA5B984-CA3F-4542-88AE-2449B4DCE0E1}" srcOrd="2" destOrd="0" presId="urn:microsoft.com/office/officeart/2018/5/layout/IconCircleLabelList"/>
    <dgm:cxn modelId="{F43D67F6-48BC-46C4-857A-22793EA79E6F}" type="presParOf" srcId="{9313D0D2-1DB7-441A-881B-4ADA2E414926}" destId="{302BDDC2-EC00-4211-9727-464DBB6215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D490A2-D9D0-4522-BF1D-090DE54097C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D86850-9DF3-495F-B862-9DAFA6B0017F}">
      <dgm:prSet/>
      <dgm:spPr/>
      <dgm:t>
        <a:bodyPr/>
        <a:lstStyle/>
        <a:p>
          <a:pPr>
            <a:defRPr cap="all"/>
          </a:pPr>
          <a:r>
            <a:rPr lang="en-US"/>
            <a:t>• User requests file by IPFS hash</a:t>
          </a:r>
        </a:p>
      </dgm:t>
    </dgm:pt>
    <dgm:pt modelId="{2C12D8BE-D40F-442C-ACAE-E4D05D9D1700}" type="parTrans" cxnId="{A7F93BE5-E941-4C2D-B815-BB4B1F268153}">
      <dgm:prSet/>
      <dgm:spPr/>
      <dgm:t>
        <a:bodyPr/>
        <a:lstStyle/>
        <a:p>
          <a:endParaRPr lang="en-US"/>
        </a:p>
      </dgm:t>
    </dgm:pt>
    <dgm:pt modelId="{AC5860F4-25D4-4D4B-896A-C942E80C0C82}" type="sibTrans" cxnId="{A7F93BE5-E941-4C2D-B815-BB4B1F268153}">
      <dgm:prSet/>
      <dgm:spPr/>
      <dgm:t>
        <a:bodyPr/>
        <a:lstStyle/>
        <a:p>
          <a:endParaRPr lang="en-US"/>
        </a:p>
      </dgm:t>
    </dgm:pt>
    <dgm:pt modelId="{5D7057BF-3B03-414F-A400-510AB31A6EEB}">
      <dgm:prSet/>
      <dgm:spPr/>
      <dgm:t>
        <a:bodyPr/>
        <a:lstStyle/>
        <a:p>
          <a:pPr>
            <a:defRPr cap="all"/>
          </a:pPr>
          <a:r>
            <a:rPr lang="en-US"/>
            <a:t>• File downloaded from IPFS</a:t>
          </a:r>
        </a:p>
      </dgm:t>
    </dgm:pt>
    <dgm:pt modelId="{FA1F07B6-80EC-4E2F-BC9E-E500E5FF7E7E}" type="parTrans" cxnId="{3EB3A11C-F96F-4D89-8052-BCABDBB2F0A4}">
      <dgm:prSet/>
      <dgm:spPr/>
      <dgm:t>
        <a:bodyPr/>
        <a:lstStyle/>
        <a:p>
          <a:endParaRPr lang="en-US"/>
        </a:p>
      </dgm:t>
    </dgm:pt>
    <dgm:pt modelId="{027D9A3F-AF4A-4CBA-9187-A9EDE83D9692}" type="sibTrans" cxnId="{3EB3A11C-F96F-4D89-8052-BCABDBB2F0A4}">
      <dgm:prSet/>
      <dgm:spPr/>
      <dgm:t>
        <a:bodyPr/>
        <a:lstStyle/>
        <a:p>
          <a:endParaRPr lang="en-US"/>
        </a:p>
      </dgm:t>
    </dgm:pt>
    <dgm:pt modelId="{5B55D61E-BD67-49DB-819B-D08272FDCDD8}">
      <dgm:prSet/>
      <dgm:spPr/>
      <dgm:t>
        <a:bodyPr/>
        <a:lstStyle/>
        <a:p>
          <a:pPr>
            <a:defRPr cap="all"/>
          </a:pPr>
          <a:r>
            <a:rPr lang="en-US" dirty="0"/>
            <a:t>• File name restored</a:t>
          </a:r>
        </a:p>
      </dgm:t>
    </dgm:pt>
    <dgm:pt modelId="{DD32B47D-F76E-482A-87AF-65D5012A19EA}" type="parTrans" cxnId="{60A0AAD1-CD1C-4EAF-A7D7-088A81AC0B89}">
      <dgm:prSet/>
      <dgm:spPr/>
      <dgm:t>
        <a:bodyPr/>
        <a:lstStyle/>
        <a:p>
          <a:endParaRPr lang="en-US"/>
        </a:p>
      </dgm:t>
    </dgm:pt>
    <dgm:pt modelId="{5EECF735-CCD2-4768-8327-34EB912C3E22}" type="sibTrans" cxnId="{60A0AAD1-CD1C-4EAF-A7D7-088A81AC0B89}">
      <dgm:prSet/>
      <dgm:spPr/>
      <dgm:t>
        <a:bodyPr/>
        <a:lstStyle/>
        <a:p>
          <a:endParaRPr lang="en-US"/>
        </a:p>
      </dgm:t>
    </dgm:pt>
    <dgm:pt modelId="{C787D9D7-8329-4A4E-A08C-5557613DA5D0}">
      <dgm:prSet/>
      <dgm:spPr/>
      <dgm:t>
        <a:bodyPr/>
        <a:lstStyle/>
        <a:p>
          <a:pPr>
            <a:defRPr cap="all"/>
          </a:pPr>
          <a:r>
            <a:rPr lang="en-US"/>
            <a:t>• Served via Flask</a:t>
          </a:r>
        </a:p>
      </dgm:t>
    </dgm:pt>
    <dgm:pt modelId="{A2B4A2EE-ADE9-49B6-BC89-82548FDB0A73}" type="parTrans" cxnId="{4F197A95-D16C-454B-816B-125383511456}">
      <dgm:prSet/>
      <dgm:spPr/>
      <dgm:t>
        <a:bodyPr/>
        <a:lstStyle/>
        <a:p>
          <a:endParaRPr lang="en-US"/>
        </a:p>
      </dgm:t>
    </dgm:pt>
    <dgm:pt modelId="{D778F3B0-951E-479E-B13D-911DFFC9604F}" type="sibTrans" cxnId="{4F197A95-D16C-454B-816B-125383511456}">
      <dgm:prSet/>
      <dgm:spPr/>
      <dgm:t>
        <a:bodyPr/>
        <a:lstStyle/>
        <a:p>
          <a:endParaRPr lang="en-US"/>
        </a:p>
      </dgm:t>
    </dgm:pt>
    <dgm:pt modelId="{548C2AAA-9F0F-4650-B5CE-F89C987A4B04}" type="pres">
      <dgm:prSet presAssocID="{9ED490A2-D9D0-4522-BF1D-090DE54097CE}" presName="root" presStyleCnt="0">
        <dgm:presLayoutVars>
          <dgm:dir/>
          <dgm:resizeHandles val="exact"/>
        </dgm:presLayoutVars>
      </dgm:prSet>
      <dgm:spPr/>
    </dgm:pt>
    <dgm:pt modelId="{C4A04CF0-C37C-47D5-8E22-0A4F6929CFCF}" type="pres">
      <dgm:prSet presAssocID="{12D86850-9DF3-495F-B862-9DAFA6B0017F}" presName="compNode" presStyleCnt="0"/>
      <dgm:spPr/>
    </dgm:pt>
    <dgm:pt modelId="{B45082C7-30C7-4D3B-9FB1-34BE2A35B4EE}" type="pres">
      <dgm:prSet presAssocID="{12D86850-9DF3-495F-B862-9DAFA6B0017F}" presName="iconBgRect" presStyleLbl="bgShp" presStyleIdx="0" presStyleCnt="4"/>
      <dgm:spPr/>
    </dgm:pt>
    <dgm:pt modelId="{4457543B-1133-4F16-8E8F-83186EFD0EC0}" type="pres">
      <dgm:prSet presAssocID="{12D86850-9DF3-495F-B862-9DAFA6B001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3AAC038-AE1B-4BBE-8D07-C6CE34B4F09E}" type="pres">
      <dgm:prSet presAssocID="{12D86850-9DF3-495F-B862-9DAFA6B0017F}" presName="spaceRect" presStyleCnt="0"/>
      <dgm:spPr/>
    </dgm:pt>
    <dgm:pt modelId="{0621EDDC-53AB-476F-8FC2-C2F436CF308E}" type="pres">
      <dgm:prSet presAssocID="{12D86850-9DF3-495F-B862-9DAFA6B0017F}" presName="textRect" presStyleLbl="revTx" presStyleIdx="0" presStyleCnt="4">
        <dgm:presLayoutVars>
          <dgm:chMax val="1"/>
          <dgm:chPref val="1"/>
        </dgm:presLayoutVars>
      </dgm:prSet>
      <dgm:spPr/>
    </dgm:pt>
    <dgm:pt modelId="{37466726-CAB9-42AC-9CC1-A594D846BC6C}" type="pres">
      <dgm:prSet presAssocID="{AC5860F4-25D4-4D4B-896A-C942E80C0C82}" presName="sibTrans" presStyleCnt="0"/>
      <dgm:spPr/>
    </dgm:pt>
    <dgm:pt modelId="{A3DB3BF6-79BF-418E-B854-C3A546C3C043}" type="pres">
      <dgm:prSet presAssocID="{5D7057BF-3B03-414F-A400-510AB31A6EEB}" presName="compNode" presStyleCnt="0"/>
      <dgm:spPr/>
    </dgm:pt>
    <dgm:pt modelId="{7D089ADE-4C26-4B6D-9B02-B1B9EFB6F740}" type="pres">
      <dgm:prSet presAssocID="{5D7057BF-3B03-414F-A400-510AB31A6EEB}" presName="iconBgRect" presStyleLbl="bgShp" presStyleIdx="1" presStyleCnt="4"/>
      <dgm:spPr/>
    </dgm:pt>
    <dgm:pt modelId="{1D2145A1-903E-4715-9D34-88C9FC61364E}" type="pres">
      <dgm:prSet presAssocID="{5D7057BF-3B03-414F-A400-510AB31A6E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D874FA94-70D7-42DF-B917-C4ED5DB758C5}" type="pres">
      <dgm:prSet presAssocID="{5D7057BF-3B03-414F-A400-510AB31A6EEB}" presName="spaceRect" presStyleCnt="0"/>
      <dgm:spPr/>
    </dgm:pt>
    <dgm:pt modelId="{025B5EDE-ADE4-4A94-A66B-C69BC53F8BF9}" type="pres">
      <dgm:prSet presAssocID="{5D7057BF-3B03-414F-A400-510AB31A6EEB}" presName="textRect" presStyleLbl="revTx" presStyleIdx="1" presStyleCnt="4">
        <dgm:presLayoutVars>
          <dgm:chMax val="1"/>
          <dgm:chPref val="1"/>
        </dgm:presLayoutVars>
      </dgm:prSet>
      <dgm:spPr/>
    </dgm:pt>
    <dgm:pt modelId="{98E2BEC1-EB7A-4CC2-89B5-A2FABC4C629A}" type="pres">
      <dgm:prSet presAssocID="{027D9A3F-AF4A-4CBA-9187-A9EDE83D9692}" presName="sibTrans" presStyleCnt="0"/>
      <dgm:spPr/>
    </dgm:pt>
    <dgm:pt modelId="{20B47885-7D2D-4CBA-88C3-D543752B1162}" type="pres">
      <dgm:prSet presAssocID="{5B55D61E-BD67-49DB-819B-D08272FDCDD8}" presName="compNode" presStyleCnt="0"/>
      <dgm:spPr/>
    </dgm:pt>
    <dgm:pt modelId="{69BE1A77-DC01-4CEB-A93E-B8563529873A}" type="pres">
      <dgm:prSet presAssocID="{5B55D61E-BD67-49DB-819B-D08272FDCDD8}" presName="iconBgRect" presStyleLbl="bgShp" presStyleIdx="2" presStyleCnt="4"/>
      <dgm:spPr/>
    </dgm:pt>
    <dgm:pt modelId="{DA6A1604-8959-431B-98E1-16DE63AD1DFF}" type="pres">
      <dgm:prSet presAssocID="{5B55D61E-BD67-49DB-819B-D08272FDCD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8086755-0229-4EB9-B5A1-2331DBC53914}" type="pres">
      <dgm:prSet presAssocID="{5B55D61E-BD67-49DB-819B-D08272FDCDD8}" presName="spaceRect" presStyleCnt="0"/>
      <dgm:spPr/>
    </dgm:pt>
    <dgm:pt modelId="{7FBEB5D6-5CB8-4DC4-9F5A-69FC4216B7F0}" type="pres">
      <dgm:prSet presAssocID="{5B55D61E-BD67-49DB-819B-D08272FDCDD8}" presName="textRect" presStyleLbl="revTx" presStyleIdx="2" presStyleCnt="4">
        <dgm:presLayoutVars>
          <dgm:chMax val="1"/>
          <dgm:chPref val="1"/>
        </dgm:presLayoutVars>
      </dgm:prSet>
      <dgm:spPr/>
    </dgm:pt>
    <dgm:pt modelId="{3430A2E7-651C-4B59-B48F-1CE8C5D78AE5}" type="pres">
      <dgm:prSet presAssocID="{5EECF735-CCD2-4768-8327-34EB912C3E22}" presName="sibTrans" presStyleCnt="0"/>
      <dgm:spPr/>
    </dgm:pt>
    <dgm:pt modelId="{3BBE55ED-E178-4344-A308-FA4FBB6D410D}" type="pres">
      <dgm:prSet presAssocID="{C787D9D7-8329-4A4E-A08C-5557613DA5D0}" presName="compNode" presStyleCnt="0"/>
      <dgm:spPr/>
    </dgm:pt>
    <dgm:pt modelId="{17AEC513-4C7E-4AF7-82ED-AF1A66755981}" type="pres">
      <dgm:prSet presAssocID="{C787D9D7-8329-4A4E-A08C-5557613DA5D0}" presName="iconBgRect" presStyleLbl="bgShp" presStyleIdx="3" presStyleCnt="4"/>
      <dgm:spPr/>
    </dgm:pt>
    <dgm:pt modelId="{13878B11-0FE4-47A6-8F17-F439D8AE5E7F}" type="pres">
      <dgm:prSet presAssocID="{C787D9D7-8329-4A4E-A08C-5557613DA5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4D9444C3-AEF8-4FF3-B9AF-F0B757E60300}" type="pres">
      <dgm:prSet presAssocID="{C787D9D7-8329-4A4E-A08C-5557613DA5D0}" presName="spaceRect" presStyleCnt="0"/>
      <dgm:spPr/>
    </dgm:pt>
    <dgm:pt modelId="{4BDC406F-6395-46AB-9D56-E865BD1C4959}" type="pres">
      <dgm:prSet presAssocID="{C787D9D7-8329-4A4E-A08C-5557613DA5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9F5D0C-D3A1-4AE7-8D22-E26F956AECCD}" type="presOf" srcId="{9ED490A2-D9D0-4522-BF1D-090DE54097CE}" destId="{548C2AAA-9F0F-4650-B5CE-F89C987A4B04}" srcOrd="0" destOrd="0" presId="urn:microsoft.com/office/officeart/2018/5/layout/IconCircleLabelList"/>
    <dgm:cxn modelId="{3EB3A11C-F96F-4D89-8052-BCABDBB2F0A4}" srcId="{9ED490A2-D9D0-4522-BF1D-090DE54097CE}" destId="{5D7057BF-3B03-414F-A400-510AB31A6EEB}" srcOrd="1" destOrd="0" parTransId="{FA1F07B6-80EC-4E2F-BC9E-E500E5FF7E7E}" sibTransId="{027D9A3F-AF4A-4CBA-9187-A9EDE83D9692}"/>
    <dgm:cxn modelId="{34025639-340C-49B8-8F55-9B49AF469349}" type="presOf" srcId="{5D7057BF-3B03-414F-A400-510AB31A6EEB}" destId="{025B5EDE-ADE4-4A94-A66B-C69BC53F8BF9}" srcOrd="0" destOrd="0" presId="urn:microsoft.com/office/officeart/2018/5/layout/IconCircleLabelList"/>
    <dgm:cxn modelId="{E62ABD41-4E72-47C4-8240-62BBDD695F2E}" type="presOf" srcId="{12D86850-9DF3-495F-B862-9DAFA6B0017F}" destId="{0621EDDC-53AB-476F-8FC2-C2F436CF308E}" srcOrd="0" destOrd="0" presId="urn:microsoft.com/office/officeart/2018/5/layout/IconCircleLabelList"/>
    <dgm:cxn modelId="{895F9968-76F8-4D22-9629-0AE491B169C5}" type="presOf" srcId="{C787D9D7-8329-4A4E-A08C-5557613DA5D0}" destId="{4BDC406F-6395-46AB-9D56-E865BD1C4959}" srcOrd="0" destOrd="0" presId="urn:microsoft.com/office/officeart/2018/5/layout/IconCircleLabelList"/>
    <dgm:cxn modelId="{6E7AAA6F-8C13-496B-A521-48E25078EFB9}" type="presOf" srcId="{5B55D61E-BD67-49DB-819B-D08272FDCDD8}" destId="{7FBEB5D6-5CB8-4DC4-9F5A-69FC4216B7F0}" srcOrd="0" destOrd="0" presId="urn:microsoft.com/office/officeart/2018/5/layout/IconCircleLabelList"/>
    <dgm:cxn modelId="{4F197A95-D16C-454B-816B-125383511456}" srcId="{9ED490A2-D9D0-4522-BF1D-090DE54097CE}" destId="{C787D9D7-8329-4A4E-A08C-5557613DA5D0}" srcOrd="3" destOrd="0" parTransId="{A2B4A2EE-ADE9-49B6-BC89-82548FDB0A73}" sibTransId="{D778F3B0-951E-479E-B13D-911DFFC9604F}"/>
    <dgm:cxn modelId="{60A0AAD1-CD1C-4EAF-A7D7-088A81AC0B89}" srcId="{9ED490A2-D9D0-4522-BF1D-090DE54097CE}" destId="{5B55D61E-BD67-49DB-819B-D08272FDCDD8}" srcOrd="2" destOrd="0" parTransId="{DD32B47D-F76E-482A-87AF-65D5012A19EA}" sibTransId="{5EECF735-CCD2-4768-8327-34EB912C3E22}"/>
    <dgm:cxn modelId="{A7F93BE5-E941-4C2D-B815-BB4B1F268153}" srcId="{9ED490A2-D9D0-4522-BF1D-090DE54097CE}" destId="{12D86850-9DF3-495F-B862-9DAFA6B0017F}" srcOrd="0" destOrd="0" parTransId="{2C12D8BE-D40F-442C-ACAE-E4D05D9D1700}" sibTransId="{AC5860F4-25D4-4D4B-896A-C942E80C0C82}"/>
    <dgm:cxn modelId="{2FACDC6A-D920-4297-A1D3-92E6B94DE522}" type="presParOf" srcId="{548C2AAA-9F0F-4650-B5CE-F89C987A4B04}" destId="{C4A04CF0-C37C-47D5-8E22-0A4F6929CFCF}" srcOrd="0" destOrd="0" presId="urn:microsoft.com/office/officeart/2018/5/layout/IconCircleLabelList"/>
    <dgm:cxn modelId="{AB7FDA4A-4ADA-4AF0-88EA-BC2A0EB701EE}" type="presParOf" srcId="{C4A04CF0-C37C-47D5-8E22-0A4F6929CFCF}" destId="{B45082C7-30C7-4D3B-9FB1-34BE2A35B4EE}" srcOrd="0" destOrd="0" presId="urn:microsoft.com/office/officeart/2018/5/layout/IconCircleLabelList"/>
    <dgm:cxn modelId="{D116D53F-95E1-488C-94CC-17B1208A5051}" type="presParOf" srcId="{C4A04CF0-C37C-47D5-8E22-0A4F6929CFCF}" destId="{4457543B-1133-4F16-8E8F-83186EFD0EC0}" srcOrd="1" destOrd="0" presId="urn:microsoft.com/office/officeart/2018/5/layout/IconCircleLabelList"/>
    <dgm:cxn modelId="{07EA2B1B-1FF0-45CB-B6A8-8FB04C012030}" type="presParOf" srcId="{C4A04CF0-C37C-47D5-8E22-0A4F6929CFCF}" destId="{03AAC038-AE1B-4BBE-8D07-C6CE34B4F09E}" srcOrd="2" destOrd="0" presId="urn:microsoft.com/office/officeart/2018/5/layout/IconCircleLabelList"/>
    <dgm:cxn modelId="{59B975A5-4CCB-4EF6-B478-9A6040101B30}" type="presParOf" srcId="{C4A04CF0-C37C-47D5-8E22-0A4F6929CFCF}" destId="{0621EDDC-53AB-476F-8FC2-C2F436CF308E}" srcOrd="3" destOrd="0" presId="urn:microsoft.com/office/officeart/2018/5/layout/IconCircleLabelList"/>
    <dgm:cxn modelId="{5513F850-CD90-45D5-91B9-7EB00C7E9269}" type="presParOf" srcId="{548C2AAA-9F0F-4650-B5CE-F89C987A4B04}" destId="{37466726-CAB9-42AC-9CC1-A594D846BC6C}" srcOrd="1" destOrd="0" presId="urn:microsoft.com/office/officeart/2018/5/layout/IconCircleLabelList"/>
    <dgm:cxn modelId="{36C88A5B-D4FB-41D8-BDF9-1395A0C7BB13}" type="presParOf" srcId="{548C2AAA-9F0F-4650-B5CE-F89C987A4B04}" destId="{A3DB3BF6-79BF-418E-B854-C3A546C3C043}" srcOrd="2" destOrd="0" presId="urn:microsoft.com/office/officeart/2018/5/layout/IconCircleLabelList"/>
    <dgm:cxn modelId="{90E557C9-76C9-4991-B2DF-D34218BD7C41}" type="presParOf" srcId="{A3DB3BF6-79BF-418E-B854-C3A546C3C043}" destId="{7D089ADE-4C26-4B6D-9B02-B1B9EFB6F740}" srcOrd="0" destOrd="0" presId="urn:microsoft.com/office/officeart/2018/5/layout/IconCircleLabelList"/>
    <dgm:cxn modelId="{56558F28-EEDA-44B5-A367-D820680F8B4C}" type="presParOf" srcId="{A3DB3BF6-79BF-418E-B854-C3A546C3C043}" destId="{1D2145A1-903E-4715-9D34-88C9FC61364E}" srcOrd="1" destOrd="0" presId="urn:microsoft.com/office/officeart/2018/5/layout/IconCircleLabelList"/>
    <dgm:cxn modelId="{6E865D4A-4137-4630-8E65-4DF1AA3BB616}" type="presParOf" srcId="{A3DB3BF6-79BF-418E-B854-C3A546C3C043}" destId="{D874FA94-70D7-42DF-B917-C4ED5DB758C5}" srcOrd="2" destOrd="0" presId="urn:microsoft.com/office/officeart/2018/5/layout/IconCircleLabelList"/>
    <dgm:cxn modelId="{3CC26D4C-C56E-44FB-9373-AFE2957019C3}" type="presParOf" srcId="{A3DB3BF6-79BF-418E-B854-C3A546C3C043}" destId="{025B5EDE-ADE4-4A94-A66B-C69BC53F8BF9}" srcOrd="3" destOrd="0" presId="urn:microsoft.com/office/officeart/2018/5/layout/IconCircleLabelList"/>
    <dgm:cxn modelId="{02722157-2050-4284-83A9-CC1203F50241}" type="presParOf" srcId="{548C2AAA-9F0F-4650-B5CE-F89C987A4B04}" destId="{98E2BEC1-EB7A-4CC2-89B5-A2FABC4C629A}" srcOrd="3" destOrd="0" presId="urn:microsoft.com/office/officeart/2018/5/layout/IconCircleLabelList"/>
    <dgm:cxn modelId="{7410F66F-BD5E-4875-AAEC-C35213B0FDBD}" type="presParOf" srcId="{548C2AAA-9F0F-4650-B5CE-F89C987A4B04}" destId="{20B47885-7D2D-4CBA-88C3-D543752B1162}" srcOrd="4" destOrd="0" presId="urn:microsoft.com/office/officeart/2018/5/layout/IconCircleLabelList"/>
    <dgm:cxn modelId="{971200C3-8927-4FA4-BB64-38ADE452BD49}" type="presParOf" srcId="{20B47885-7D2D-4CBA-88C3-D543752B1162}" destId="{69BE1A77-DC01-4CEB-A93E-B8563529873A}" srcOrd="0" destOrd="0" presId="urn:microsoft.com/office/officeart/2018/5/layout/IconCircleLabelList"/>
    <dgm:cxn modelId="{1A791803-92F3-4F1C-AD95-6FC7DF455FAB}" type="presParOf" srcId="{20B47885-7D2D-4CBA-88C3-D543752B1162}" destId="{DA6A1604-8959-431B-98E1-16DE63AD1DFF}" srcOrd="1" destOrd="0" presId="urn:microsoft.com/office/officeart/2018/5/layout/IconCircleLabelList"/>
    <dgm:cxn modelId="{BE21440F-2AD6-45E5-A9A0-802B696F77A4}" type="presParOf" srcId="{20B47885-7D2D-4CBA-88C3-D543752B1162}" destId="{88086755-0229-4EB9-B5A1-2331DBC53914}" srcOrd="2" destOrd="0" presId="urn:microsoft.com/office/officeart/2018/5/layout/IconCircleLabelList"/>
    <dgm:cxn modelId="{C791196A-16A3-4CDD-B916-5E799AD87CAC}" type="presParOf" srcId="{20B47885-7D2D-4CBA-88C3-D543752B1162}" destId="{7FBEB5D6-5CB8-4DC4-9F5A-69FC4216B7F0}" srcOrd="3" destOrd="0" presId="urn:microsoft.com/office/officeart/2018/5/layout/IconCircleLabelList"/>
    <dgm:cxn modelId="{0256F9BF-EF67-42B9-AA57-79E66F5F05AA}" type="presParOf" srcId="{548C2AAA-9F0F-4650-B5CE-F89C987A4B04}" destId="{3430A2E7-651C-4B59-B48F-1CE8C5D78AE5}" srcOrd="5" destOrd="0" presId="urn:microsoft.com/office/officeart/2018/5/layout/IconCircleLabelList"/>
    <dgm:cxn modelId="{94FBD967-6701-41B4-9C58-F3167F1220E7}" type="presParOf" srcId="{548C2AAA-9F0F-4650-B5CE-F89C987A4B04}" destId="{3BBE55ED-E178-4344-A308-FA4FBB6D410D}" srcOrd="6" destOrd="0" presId="urn:microsoft.com/office/officeart/2018/5/layout/IconCircleLabelList"/>
    <dgm:cxn modelId="{F2B7CBDE-F16D-4ED4-A302-12F7D81B13C5}" type="presParOf" srcId="{3BBE55ED-E178-4344-A308-FA4FBB6D410D}" destId="{17AEC513-4C7E-4AF7-82ED-AF1A66755981}" srcOrd="0" destOrd="0" presId="urn:microsoft.com/office/officeart/2018/5/layout/IconCircleLabelList"/>
    <dgm:cxn modelId="{C4A7F26E-30EF-4BFD-97E4-62C07B1F1DD9}" type="presParOf" srcId="{3BBE55ED-E178-4344-A308-FA4FBB6D410D}" destId="{13878B11-0FE4-47A6-8F17-F439D8AE5E7F}" srcOrd="1" destOrd="0" presId="urn:microsoft.com/office/officeart/2018/5/layout/IconCircleLabelList"/>
    <dgm:cxn modelId="{4BB1E00D-0E14-4D65-9F9F-ACF5F3EE31F1}" type="presParOf" srcId="{3BBE55ED-E178-4344-A308-FA4FBB6D410D}" destId="{4D9444C3-AEF8-4FF3-B9AF-F0B757E60300}" srcOrd="2" destOrd="0" presId="urn:microsoft.com/office/officeart/2018/5/layout/IconCircleLabelList"/>
    <dgm:cxn modelId="{E7DB0CE3-2B2F-4801-8E65-6D8CB2134702}" type="presParOf" srcId="{3BBE55ED-E178-4344-A308-FA4FBB6D410D}" destId="{4BDC406F-6395-46AB-9D56-E865BD1C495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71B2E4-76DB-4791-B65F-B510350403C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2F054BC-4841-4BBB-867D-E3F6A71C9597}">
      <dgm:prSet/>
      <dgm:spPr/>
      <dgm:t>
        <a:bodyPr/>
        <a:lstStyle/>
        <a:p>
          <a:pPr>
            <a:defRPr cap="all"/>
          </a:pPr>
          <a:r>
            <a:rPr lang="en-US"/>
            <a:t>• users: user details</a:t>
          </a:r>
        </a:p>
      </dgm:t>
    </dgm:pt>
    <dgm:pt modelId="{AEBBE2D5-310C-438A-9C57-DAD93B4BDC14}" type="parTrans" cxnId="{F4397905-A29F-4FEB-9750-306DFB081435}">
      <dgm:prSet/>
      <dgm:spPr/>
      <dgm:t>
        <a:bodyPr/>
        <a:lstStyle/>
        <a:p>
          <a:endParaRPr lang="en-US"/>
        </a:p>
      </dgm:t>
    </dgm:pt>
    <dgm:pt modelId="{27A012EC-5AD8-4533-B44E-9F186554D4E1}" type="sibTrans" cxnId="{F4397905-A29F-4FEB-9750-306DFB081435}">
      <dgm:prSet/>
      <dgm:spPr/>
      <dgm:t>
        <a:bodyPr/>
        <a:lstStyle/>
        <a:p>
          <a:endParaRPr lang="en-US"/>
        </a:p>
      </dgm:t>
    </dgm:pt>
    <dgm:pt modelId="{56D10EC0-B68E-45D4-AC58-AC1535507BFE}">
      <dgm:prSet/>
      <dgm:spPr/>
      <dgm:t>
        <a:bodyPr/>
        <a:lstStyle/>
        <a:p>
          <a:pPr>
            <a:defRPr cap="all"/>
          </a:pPr>
          <a:r>
            <a:rPr lang="en-US"/>
            <a:t>• userfiles: file metadata</a:t>
          </a:r>
        </a:p>
      </dgm:t>
    </dgm:pt>
    <dgm:pt modelId="{B731AC55-6942-4EE5-A5FB-CCB274AEE320}" type="parTrans" cxnId="{88B2896A-67B1-4877-AF4B-BF6C6E4BC3D9}">
      <dgm:prSet/>
      <dgm:spPr/>
      <dgm:t>
        <a:bodyPr/>
        <a:lstStyle/>
        <a:p>
          <a:endParaRPr lang="en-US"/>
        </a:p>
      </dgm:t>
    </dgm:pt>
    <dgm:pt modelId="{87E3F140-DC58-40B3-9070-5AC5E259F9CE}" type="sibTrans" cxnId="{88B2896A-67B1-4877-AF4B-BF6C6E4BC3D9}">
      <dgm:prSet/>
      <dgm:spPr/>
      <dgm:t>
        <a:bodyPr/>
        <a:lstStyle/>
        <a:p>
          <a:endParaRPr lang="en-US"/>
        </a:p>
      </dgm:t>
    </dgm:pt>
    <dgm:pt modelId="{09868457-57EA-4CE3-AE2F-D894E5EB030E}">
      <dgm:prSet/>
      <dgm:spPr/>
      <dgm:t>
        <a:bodyPr/>
        <a:lstStyle/>
        <a:p>
          <a:pPr>
            <a:defRPr cap="all"/>
          </a:pPr>
          <a:r>
            <a:rPr lang="en-US"/>
            <a:t>• user_storage: storage tracking</a:t>
          </a:r>
        </a:p>
      </dgm:t>
    </dgm:pt>
    <dgm:pt modelId="{F47E49FA-8E17-4076-982B-379DF053B84C}" type="parTrans" cxnId="{8DF7605F-8098-44B9-9907-6D4D4768CCFD}">
      <dgm:prSet/>
      <dgm:spPr/>
      <dgm:t>
        <a:bodyPr/>
        <a:lstStyle/>
        <a:p>
          <a:endParaRPr lang="en-US"/>
        </a:p>
      </dgm:t>
    </dgm:pt>
    <dgm:pt modelId="{50E42A0A-B1CD-4027-96E4-A043E1613987}" type="sibTrans" cxnId="{8DF7605F-8098-44B9-9907-6D4D4768CCFD}">
      <dgm:prSet/>
      <dgm:spPr/>
      <dgm:t>
        <a:bodyPr/>
        <a:lstStyle/>
        <a:p>
          <a:endParaRPr lang="en-US"/>
        </a:p>
      </dgm:t>
    </dgm:pt>
    <dgm:pt modelId="{FAF1206B-850E-4057-AD38-B30774366C45}" type="pres">
      <dgm:prSet presAssocID="{6571B2E4-76DB-4791-B65F-B510350403CC}" presName="root" presStyleCnt="0">
        <dgm:presLayoutVars>
          <dgm:dir/>
          <dgm:resizeHandles val="exact"/>
        </dgm:presLayoutVars>
      </dgm:prSet>
      <dgm:spPr/>
    </dgm:pt>
    <dgm:pt modelId="{BC55CA43-035A-4C7D-BB9D-D5D8FCE4AA37}" type="pres">
      <dgm:prSet presAssocID="{92F054BC-4841-4BBB-867D-E3F6A71C9597}" presName="compNode" presStyleCnt="0"/>
      <dgm:spPr/>
    </dgm:pt>
    <dgm:pt modelId="{C28F20B2-B443-4F47-9ECA-B44CF62A019E}" type="pres">
      <dgm:prSet presAssocID="{92F054BC-4841-4BBB-867D-E3F6A71C959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0214B49-9388-4E74-9210-9CB408D33693}" type="pres">
      <dgm:prSet presAssocID="{92F054BC-4841-4BBB-867D-E3F6A71C95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BCCC359-767D-4D48-894E-3188D0B593BF}" type="pres">
      <dgm:prSet presAssocID="{92F054BC-4841-4BBB-867D-E3F6A71C9597}" presName="spaceRect" presStyleCnt="0"/>
      <dgm:spPr/>
    </dgm:pt>
    <dgm:pt modelId="{24A677BF-5798-4C61-9286-9F0FE7D76438}" type="pres">
      <dgm:prSet presAssocID="{92F054BC-4841-4BBB-867D-E3F6A71C9597}" presName="textRect" presStyleLbl="revTx" presStyleIdx="0" presStyleCnt="3">
        <dgm:presLayoutVars>
          <dgm:chMax val="1"/>
          <dgm:chPref val="1"/>
        </dgm:presLayoutVars>
      </dgm:prSet>
      <dgm:spPr/>
    </dgm:pt>
    <dgm:pt modelId="{1EB17860-31E1-4146-BBCB-91BB267224F6}" type="pres">
      <dgm:prSet presAssocID="{27A012EC-5AD8-4533-B44E-9F186554D4E1}" presName="sibTrans" presStyleCnt="0"/>
      <dgm:spPr/>
    </dgm:pt>
    <dgm:pt modelId="{DCA366B1-6392-467B-8C68-8319E1BDF9E9}" type="pres">
      <dgm:prSet presAssocID="{56D10EC0-B68E-45D4-AC58-AC1535507BFE}" presName="compNode" presStyleCnt="0"/>
      <dgm:spPr/>
    </dgm:pt>
    <dgm:pt modelId="{2D88503F-F116-4E63-B93E-0F7D4A15D295}" type="pres">
      <dgm:prSet presAssocID="{56D10EC0-B68E-45D4-AC58-AC1535507BF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731F65C-681D-4D16-A2BE-B8A13FEC6906}" type="pres">
      <dgm:prSet presAssocID="{56D10EC0-B68E-45D4-AC58-AC1535507B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B47F17E-54B9-4F86-8ADA-E241DE09BED9}" type="pres">
      <dgm:prSet presAssocID="{56D10EC0-B68E-45D4-AC58-AC1535507BFE}" presName="spaceRect" presStyleCnt="0"/>
      <dgm:spPr/>
    </dgm:pt>
    <dgm:pt modelId="{0D90A1B6-04D6-4A84-B5BC-3A0D54143264}" type="pres">
      <dgm:prSet presAssocID="{56D10EC0-B68E-45D4-AC58-AC1535507BFE}" presName="textRect" presStyleLbl="revTx" presStyleIdx="1" presStyleCnt="3">
        <dgm:presLayoutVars>
          <dgm:chMax val="1"/>
          <dgm:chPref val="1"/>
        </dgm:presLayoutVars>
      </dgm:prSet>
      <dgm:spPr/>
    </dgm:pt>
    <dgm:pt modelId="{3F138A59-8F45-4C7B-BB03-D9EBE2ABD01D}" type="pres">
      <dgm:prSet presAssocID="{87E3F140-DC58-40B3-9070-5AC5E259F9CE}" presName="sibTrans" presStyleCnt="0"/>
      <dgm:spPr/>
    </dgm:pt>
    <dgm:pt modelId="{51D986AF-F697-4E98-A92D-4947A094581B}" type="pres">
      <dgm:prSet presAssocID="{09868457-57EA-4CE3-AE2F-D894E5EB030E}" presName="compNode" presStyleCnt="0"/>
      <dgm:spPr/>
    </dgm:pt>
    <dgm:pt modelId="{03649978-3BA6-452C-8480-3D0B001C9D2D}" type="pres">
      <dgm:prSet presAssocID="{09868457-57EA-4CE3-AE2F-D894E5EB030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1DE975C-12DD-457F-9C99-852E215889B3}" type="pres">
      <dgm:prSet presAssocID="{09868457-57EA-4CE3-AE2F-D894E5EB03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E59F507-0EAF-4742-BD94-7F7339FDF01B}" type="pres">
      <dgm:prSet presAssocID="{09868457-57EA-4CE3-AE2F-D894E5EB030E}" presName="spaceRect" presStyleCnt="0"/>
      <dgm:spPr/>
    </dgm:pt>
    <dgm:pt modelId="{07D351E2-4C47-4CFB-9B36-B64603E81C9D}" type="pres">
      <dgm:prSet presAssocID="{09868457-57EA-4CE3-AE2F-D894E5EB03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397905-A29F-4FEB-9750-306DFB081435}" srcId="{6571B2E4-76DB-4791-B65F-B510350403CC}" destId="{92F054BC-4841-4BBB-867D-E3F6A71C9597}" srcOrd="0" destOrd="0" parTransId="{AEBBE2D5-310C-438A-9C57-DAD93B4BDC14}" sibTransId="{27A012EC-5AD8-4533-B44E-9F186554D4E1}"/>
    <dgm:cxn modelId="{DD3D9409-5D74-4113-B80B-328118E8E2CD}" type="presOf" srcId="{56D10EC0-B68E-45D4-AC58-AC1535507BFE}" destId="{0D90A1B6-04D6-4A84-B5BC-3A0D54143264}" srcOrd="0" destOrd="0" presId="urn:microsoft.com/office/officeart/2018/5/layout/IconLeafLabelList"/>
    <dgm:cxn modelId="{8DF7605F-8098-44B9-9907-6D4D4768CCFD}" srcId="{6571B2E4-76DB-4791-B65F-B510350403CC}" destId="{09868457-57EA-4CE3-AE2F-D894E5EB030E}" srcOrd="2" destOrd="0" parTransId="{F47E49FA-8E17-4076-982B-379DF053B84C}" sibTransId="{50E42A0A-B1CD-4027-96E4-A043E1613987}"/>
    <dgm:cxn modelId="{88B2896A-67B1-4877-AF4B-BF6C6E4BC3D9}" srcId="{6571B2E4-76DB-4791-B65F-B510350403CC}" destId="{56D10EC0-B68E-45D4-AC58-AC1535507BFE}" srcOrd="1" destOrd="0" parTransId="{B731AC55-6942-4EE5-A5FB-CCB274AEE320}" sibTransId="{87E3F140-DC58-40B3-9070-5AC5E259F9CE}"/>
    <dgm:cxn modelId="{261E2F6D-2D93-4F90-8B5A-521A62DC2656}" type="presOf" srcId="{92F054BC-4841-4BBB-867D-E3F6A71C9597}" destId="{24A677BF-5798-4C61-9286-9F0FE7D76438}" srcOrd="0" destOrd="0" presId="urn:microsoft.com/office/officeart/2018/5/layout/IconLeafLabelList"/>
    <dgm:cxn modelId="{D7F9DD8E-AC44-4BD8-B59B-FBC39BFAB968}" type="presOf" srcId="{6571B2E4-76DB-4791-B65F-B510350403CC}" destId="{FAF1206B-850E-4057-AD38-B30774366C45}" srcOrd="0" destOrd="0" presId="urn:microsoft.com/office/officeart/2018/5/layout/IconLeafLabelList"/>
    <dgm:cxn modelId="{366F5FC9-1E21-4190-B905-24CC39E7D890}" type="presOf" srcId="{09868457-57EA-4CE3-AE2F-D894E5EB030E}" destId="{07D351E2-4C47-4CFB-9B36-B64603E81C9D}" srcOrd="0" destOrd="0" presId="urn:microsoft.com/office/officeart/2018/5/layout/IconLeafLabelList"/>
    <dgm:cxn modelId="{60471D43-68F6-4C75-903B-AEC8070EB605}" type="presParOf" srcId="{FAF1206B-850E-4057-AD38-B30774366C45}" destId="{BC55CA43-035A-4C7D-BB9D-D5D8FCE4AA37}" srcOrd="0" destOrd="0" presId="urn:microsoft.com/office/officeart/2018/5/layout/IconLeafLabelList"/>
    <dgm:cxn modelId="{D2928084-2861-474C-910D-11D023A15FAF}" type="presParOf" srcId="{BC55CA43-035A-4C7D-BB9D-D5D8FCE4AA37}" destId="{C28F20B2-B443-4F47-9ECA-B44CF62A019E}" srcOrd="0" destOrd="0" presId="urn:microsoft.com/office/officeart/2018/5/layout/IconLeafLabelList"/>
    <dgm:cxn modelId="{2E6CBD19-F25F-4163-AC3C-538654A71D62}" type="presParOf" srcId="{BC55CA43-035A-4C7D-BB9D-D5D8FCE4AA37}" destId="{60214B49-9388-4E74-9210-9CB408D33693}" srcOrd="1" destOrd="0" presId="urn:microsoft.com/office/officeart/2018/5/layout/IconLeafLabelList"/>
    <dgm:cxn modelId="{6D631686-9AAB-4503-9E87-AD85D651574C}" type="presParOf" srcId="{BC55CA43-035A-4C7D-BB9D-D5D8FCE4AA37}" destId="{ABCCC359-767D-4D48-894E-3188D0B593BF}" srcOrd="2" destOrd="0" presId="urn:microsoft.com/office/officeart/2018/5/layout/IconLeafLabelList"/>
    <dgm:cxn modelId="{1BA10CC7-5236-40FF-9FBB-6FB95C727DA3}" type="presParOf" srcId="{BC55CA43-035A-4C7D-BB9D-D5D8FCE4AA37}" destId="{24A677BF-5798-4C61-9286-9F0FE7D76438}" srcOrd="3" destOrd="0" presId="urn:microsoft.com/office/officeart/2018/5/layout/IconLeafLabelList"/>
    <dgm:cxn modelId="{834ECE35-38A6-4FD6-8789-0942152F83CC}" type="presParOf" srcId="{FAF1206B-850E-4057-AD38-B30774366C45}" destId="{1EB17860-31E1-4146-BBCB-91BB267224F6}" srcOrd="1" destOrd="0" presId="urn:microsoft.com/office/officeart/2018/5/layout/IconLeafLabelList"/>
    <dgm:cxn modelId="{B8A48509-6B7A-4CEA-8F75-AC7CAF384411}" type="presParOf" srcId="{FAF1206B-850E-4057-AD38-B30774366C45}" destId="{DCA366B1-6392-467B-8C68-8319E1BDF9E9}" srcOrd="2" destOrd="0" presId="urn:microsoft.com/office/officeart/2018/5/layout/IconLeafLabelList"/>
    <dgm:cxn modelId="{0198AE0E-3621-499D-AD00-B165FCE5BDD3}" type="presParOf" srcId="{DCA366B1-6392-467B-8C68-8319E1BDF9E9}" destId="{2D88503F-F116-4E63-B93E-0F7D4A15D295}" srcOrd="0" destOrd="0" presId="urn:microsoft.com/office/officeart/2018/5/layout/IconLeafLabelList"/>
    <dgm:cxn modelId="{FFE21CC0-2EF3-43C3-90AD-0B0FE416F746}" type="presParOf" srcId="{DCA366B1-6392-467B-8C68-8319E1BDF9E9}" destId="{1731F65C-681D-4D16-A2BE-B8A13FEC6906}" srcOrd="1" destOrd="0" presId="urn:microsoft.com/office/officeart/2018/5/layout/IconLeafLabelList"/>
    <dgm:cxn modelId="{239B6946-DE56-4A43-AE0A-1EA90EBB526B}" type="presParOf" srcId="{DCA366B1-6392-467B-8C68-8319E1BDF9E9}" destId="{8B47F17E-54B9-4F86-8ADA-E241DE09BED9}" srcOrd="2" destOrd="0" presId="urn:microsoft.com/office/officeart/2018/5/layout/IconLeafLabelList"/>
    <dgm:cxn modelId="{836F19B9-4948-49A1-A6A4-F6B20B70C2D0}" type="presParOf" srcId="{DCA366B1-6392-467B-8C68-8319E1BDF9E9}" destId="{0D90A1B6-04D6-4A84-B5BC-3A0D54143264}" srcOrd="3" destOrd="0" presId="urn:microsoft.com/office/officeart/2018/5/layout/IconLeafLabelList"/>
    <dgm:cxn modelId="{E518A39C-A9E7-4492-A9B8-BE96D32F4671}" type="presParOf" srcId="{FAF1206B-850E-4057-AD38-B30774366C45}" destId="{3F138A59-8F45-4C7B-BB03-D9EBE2ABD01D}" srcOrd="3" destOrd="0" presId="urn:microsoft.com/office/officeart/2018/5/layout/IconLeafLabelList"/>
    <dgm:cxn modelId="{A2CF5106-C66E-45B3-8C0A-3F694C5FE64F}" type="presParOf" srcId="{FAF1206B-850E-4057-AD38-B30774366C45}" destId="{51D986AF-F697-4E98-A92D-4947A094581B}" srcOrd="4" destOrd="0" presId="urn:microsoft.com/office/officeart/2018/5/layout/IconLeafLabelList"/>
    <dgm:cxn modelId="{0F00BA2F-1B71-45D2-A23C-11D570745B02}" type="presParOf" srcId="{51D986AF-F697-4E98-A92D-4947A094581B}" destId="{03649978-3BA6-452C-8480-3D0B001C9D2D}" srcOrd="0" destOrd="0" presId="urn:microsoft.com/office/officeart/2018/5/layout/IconLeafLabelList"/>
    <dgm:cxn modelId="{AC127936-E2A0-4D39-9864-26BB1B3DE382}" type="presParOf" srcId="{51D986AF-F697-4E98-A92D-4947A094581B}" destId="{A1DE975C-12DD-457F-9C99-852E215889B3}" srcOrd="1" destOrd="0" presId="urn:microsoft.com/office/officeart/2018/5/layout/IconLeafLabelList"/>
    <dgm:cxn modelId="{34931F86-4BB7-48FA-A5A1-B63DC69F2B2E}" type="presParOf" srcId="{51D986AF-F697-4E98-A92D-4947A094581B}" destId="{5E59F507-0EAF-4742-BD94-7F7339FDF01B}" srcOrd="2" destOrd="0" presId="urn:microsoft.com/office/officeart/2018/5/layout/IconLeafLabelList"/>
    <dgm:cxn modelId="{85B416E0-C227-4AD1-A1EC-9B47DB072499}" type="presParOf" srcId="{51D986AF-F697-4E98-A92D-4947A094581B}" destId="{07D351E2-4C47-4CFB-9B36-B64603E81C9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25077E-24A0-442E-BCA4-D10B711DF8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81F1A9B-A193-49B4-8CAF-C48101C7A62E}">
      <dgm:prSet/>
      <dgm:spPr/>
      <dgm:t>
        <a:bodyPr/>
        <a:lstStyle/>
        <a:p>
          <a:r>
            <a:rPr lang="en-US"/>
            <a:t>• Tamper-proof file records</a:t>
          </a:r>
        </a:p>
      </dgm:t>
    </dgm:pt>
    <dgm:pt modelId="{B274F2D2-EDDC-4035-BACF-17F0B5AE6CC8}" type="parTrans" cxnId="{30DB1267-4C18-45EA-9B79-5C18531FB711}">
      <dgm:prSet/>
      <dgm:spPr/>
      <dgm:t>
        <a:bodyPr/>
        <a:lstStyle/>
        <a:p>
          <a:endParaRPr lang="en-US"/>
        </a:p>
      </dgm:t>
    </dgm:pt>
    <dgm:pt modelId="{E68B1A1F-9BED-4905-A163-2AF5AE2A8604}" type="sibTrans" cxnId="{30DB1267-4C18-45EA-9B79-5C18531FB711}">
      <dgm:prSet/>
      <dgm:spPr/>
      <dgm:t>
        <a:bodyPr/>
        <a:lstStyle/>
        <a:p>
          <a:endParaRPr lang="en-US"/>
        </a:p>
      </dgm:t>
    </dgm:pt>
    <dgm:pt modelId="{9E9F3AE7-A487-4AC9-A4A3-D1304673C5A6}">
      <dgm:prSet/>
      <dgm:spPr/>
      <dgm:t>
        <a:bodyPr/>
        <a:lstStyle/>
        <a:p>
          <a:r>
            <a:rPr lang="en-US"/>
            <a:t>• Redundancy via IPFS</a:t>
          </a:r>
        </a:p>
      </dgm:t>
    </dgm:pt>
    <dgm:pt modelId="{A652491F-88A8-4B11-AE33-DED2AE24999B}" type="parTrans" cxnId="{E343DBE1-A676-4E02-9510-F99579B55B21}">
      <dgm:prSet/>
      <dgm:spPr/>
      <dgm:t>
        <a:bodyPr/>
        <a:lstStyle/>
        <a:p>
          <a:endParaRPr lang="en-US"/>
        </a:p>
      </dgm:t>
    </dgm:pt>
    <dgm:pt modelId="{424987F0-BB34-4FEA-BFF7-CC9FB729FF14}" type="sibTrans" cxnId="{E343DBE1-A676-4E02-9510-F99579B55B21}">
      <dgm:prSet/>
      <dgm:spPr/>
      <dgm:t>
        <a:bodyPr/>
        <a:lstStyle/>
        <a:p>
          <a:endParaRPr lang="en-US"/>
        </a:p>
      </dgm:t>
    </dgm:pt>
    <dgm:pt modelId="{3D563B76-A171-45C2-8126-FE6AEE7D238C}">
      <dgm:prSet/>
      <dgm:spPr/>
      <dgm:t>
        <a:bodyPr/>
        <a:lstStyle/>
        <a:p>
          <a:r>
            <a:rPr lang="en-US"/>
            <a:t>• Transparency through blockchain</a:t>
          </a:r>
        </a:p>
      </dgm:t>
    </dgm:pt>
    <dgm:pt modelId="{9F2B8A3F-4A97-4176-B7F8-B7F2ADD57C0E}" type="parTrans" cxnId="{B8186B6E-ADD5-4335-8358-0E87882B631C}">
      <dgm:prSet/>
      <dgm:spPr/>
      <dgm:t>
        <a:bodyPr/>
        <a:lstStyle/>
        <a:p>
          <a:endParaRPr lang="en-US"/>
        </a:p>
      </dgm:t>
    </dgm:pt>
    <dgm:pt modelId="{97A21025-E35B-40C0-8427-478F483E8EC1}" type="sibTrans" cxnId="{B8186B6E-ADD5-4335-8358-0E87882B631C}">
      <dgm:prSet/>
      <dgm:spPr/>
      <dgm:t>
        <a:bodyPr/>
        <a:lstStyle/>
        <a:p>
          <a:endParaRPr lang="en-US"/>
        </a:p>
      </dgm:t>
    </dgm:pt>
    <dgm:pt modelId="{845D8DE3-35E6-4172-8197-29982C50BF4A}">
      <dgm:prSet/>
      <dgm:spPr/>
      <dgm:t>
        <a:bodyPr/>
        <a:lstStyle/>
        <a:p>
          <a:r>
            <a:rPr lang="en-US"/>
            <a:t>• Scalable architecture</a:t>
          </a:r>
        </a:p>
      </dgm:t>
    </dgm:pt>
    <dgm:pt modelId="{E16897A6-1B6F-43DA-8EBB-3B1D02684E49}" type="parTrans" cxnId="{73A2B2D5-A693-4E8B-A874-C1DC1A01DEDC}">
      <dgm:prSet/>
      <dgm:spPr/>
      <dgm:t>
        <a:bodyPr/>
        <a:lstStyle/>
        <a:p>
          <a:endParaRPr lang="en-US"/>
        </a:p>
      </dgm:t>
    </dgm:pt>
    <dgm:pt modelId="{1EE3AA38-CC78-456D-AB21-F52BFCEBF96C}" type="sibTrans" cxnId="{73A2B2D5-A693-4E8B-A874-C1DC1A01DEDC}">
      <dgm:prSet/>
      <dgm:spPr/>
      <dgm:t>
        <a:bodyPr/>
        <a:lstStyle/>
        <a:p>
          <a:endParaRPr lang="en-US"/>
        </a:p>
      </dgm:t>
    </dgm:pt>
    <dgm:pt modelId="{FE6F0649-8969-473C-85D6-DBC1FFAFDD94}" type="pres">
      <dgm:prSet presAssocID="{8D25077E-24A0-442E-BCA4-D10B711DF8A0}" presName="root" presStyleCnt="0">
        <dgm:presLayoutVars>
          <dgm:dir/>
          <dgm:resizeHandles val="exact"/>
        </dgm:presLayoutVars>
      </dgm:prSet>
      <dgm:spPr/>
    </dgm:pt>
    <dgm:pt modelId="{1E1BB562-7BC3-451C-844C-2F79DB9EBEC4}" type="pres">
      <dgm:prSet presAssocID="{C81F1A9B-A193-49B4-8CAF-C48101C7A62E}" presName="compNode" presStyleCnt="0"/>
      <dgm:spPr/>
    </dgm:pt>
    <dgm:pt modelId="{ACBCE7B6-8DBF-444C-B2EE-F1D66B57CDE2}" type="pres">
      <dgm:prSet presAssocID="{C81F1A9B-A193-49B4-8CAF-C48101C7A62E}" presName="bgRect" presStyleLbl="bgShp" presStyleIdx="0" presStyleCnt="4"/>
      <dgm:spPr/>
    </dgm:pt>
    <dgm:pt modelId="{1048B696-055F-46A5-AEAD-6A024067B9B3}" type="pres">
      <dgm:prSet presAssocID="{C81F1A9B-A193-49B4-8CAF-C48101C7A6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ECCD200-9601-45FB-BCD9-4B5457F0B79C}" type="pres">
      <dgm:prSet presAssocID="{C81F1A9B-A193-49B4-8CAF-C48101C7A62E}" presName="spaceRect" presStyleCnt="0"/>
      <dgm:spPr/>
    </dgm:pt>
    <dgm:pt modelId="{168FB975-9429-42F7-A50A-97363782F6C3}" type="pres">
      <dgm:prSet presAssocID="{C81F1A9B-A193-49B4-8CAF-C48101C7A62E}" presName="parTx" presStyleLbl="revTx" presStyleIdx="0" presStyleCnt="4">
        <dgm:presLayoutVars>
          <dgm:chMax val="0"/>
          <dgm:chPref val="0"/>
        </dgm:presLayoutVars>
      </dgm:prSet>
      <dgm:spPr/>
    </dgm:pt>
    <dgm:pt modelId="{455A30CA-C309-4E35-ABC7-27E500563D70}" type="pres">
      <dgm:prSet presAssocID="{E68B1A1F-9BED-4905-A163-2AF5AE2A8604}" presName="sibTrans" presStyleCnt="0"/>
      <dgm:spPr/>
    </dgm:pt>
    <dgm:pt modelId="{CA8FEE3F-E55A-42E6-9E31-7D79252CFD03}" type="pres">
      <dgm:prSet presAssocID="{9E9F3AE7-A487-4AC9-A4A3-D1304673C5A6}" presName="compNode" presStyleCnt="0"/>
      <dgm:spPr/>
    </dgm:pt>
    <dgm:pt modelId="{338193D6-BBD5-4101-A43F-423E71D54CDD}" type="pres">
      <dgm:prSet presAssocID="{9E9F3AE7-A487-4AC9-A4A3-D1304673C5A6}" presName="bgRect" presStyleLbl="bgShp" presStyleIdx="1" presStyleCnt="4"/>
      <dgm:spPr/>
    </dgm:pt>
    <dgm:pt modelId="{E0BDD28B-1728-4CB4-9489-A48C48D757AD}" type="pres">
      <dgm:prSet presAssocID="{9E9F3AE7-A487-4AC9-A4A3-D1304673C5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067A52B-E77E-45E5-8723-80576D975621}" type="pres">
      <dgm:prSet presAssocID="{9E9F3AE7-A487-4AC9-A4A3-D1304673C5A6}" presName="spaceRect" presStyleCnt="0"/>
      <dgm:spPr/>
    </dgm:pt>
    <dgm:pt modelId="{1DC25C75-0675-4877-AC82-97A3882BDABC}" type="pres">
      <dgm:prSet presAssocID="{9E9F3AE7-A487-4AC9-A4A3-D1304673C5A6}" presName="parTx" presStyleLbl="revTx" presStyleIdx="1" presStyleCnt="4">
        <dgm:presLayoutVars>
          <dgm:chMax val="0"/>
          <dgm:chPref val="0"/>
        </dgm:presLayoutVars>
      </dgm:prSet>
      <dgm:spPr/>
    </dgm:pt>
    <dgm:pt modelId="{06E05392-A66D-425A-B111-70249FB246A2}" type="pres">
      <dgm:prSet presAssocID="{424987F0-BB34-4FEA-BFF7-CC9FB729FF14}" presName="sibTrans" presStyleCnt="0"/>
      <dgm:spPr/>
    </dgm:pt>
    <dgm:pt modelId="{91B388C1-A19F-49F4-9E7E-1BBD1F47B7AF}" type="pres">
      <dgm:prSet presAssocID="{3D563B76-A171-45C2-8126-FE6AEE7D238C}" presName="compNode" presStyleCnt="0"/>
      <dgm:spPr/>
    </dgm:pt>
    <dgm:pt modelId="{9610FA84-08E7-4DD1-8531-25C5971723FF}" type="pres">
      <dgm:prSet presAssocID="{3D563B76-A171-45C2-8126-FE6AEE7D238C}" presName="bgRect" presStyleLbl="bgShp" presStyleIdx="2" presStyleCnt="4"/>
      <dgm:spPr/>
    </dgm:pt>
    <dgm:pt modelId="{6EDE52BD-61AB-4B06-9F4C-C73639BF43A7}" type="pres">
      <dgm:prSet presAssocID="{3D563B76-A171-45C2-8126-FE6AEE7D238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7A307368-C3B9-4037-8801-219B6DDAFFD8}" type="pres">
      <dgm:prSet presAssocID="{3D563B76-A171-45C2-8126-FE6AEE7D238C}" presName="spaceRect" presStyleCnt="0"/>
      <dgm:spPr/>
    </dgm:pt>
    <dgm:pt modelId="{707181C2-2032-4CC4-865C-C9792BED1128}" type="pres">
      <dgm:prSet presAssocID="{3D563B76-A171-45C2-8126-FE6AEE7D238C}" presName="parTx" presStyleLbl="revTx" presStyleIdx="2" presStyleCnt="4">
        <dgm:presLayoutVars>
          <dgm:chMax val="0"/>
          <dgm:chPref val="0"/>
        </dgm:presLayoutVars>
      </dgm:prSet>
      <dgm:spPr/>
    </dgm:pt>
    <dgm:pt modelId="{3506109D-A771-4F1A-A69B-04ED4E0BF5D1}" type="pres">
      <dgm:prSet presAssocID="{97A21025-E35B-40C0-8427-478F483E8EC1}" presName="sibTrans" presStyleCnt="0"/>
      <dgm:spPr/>
    </dgm:pt>
    <dgm:pt modelId="{DE8A346E-FC91-452C-A2BA-CB2A8190CB2E}" type="pres">
      <dgm:prSet presAssocID="{845D8DE3-35E6-4172-8197-29982C50BF4A}" presName="compNode" presStyleCnt="0"/>
      <dgm:spPr/>
    </dgm:pt>
    <dgm:pt modelId="{056AC228-F63A-4E81-9A33-3EAA55F1D87F}" type="pres">
      <dgm:prSet presAssocID="{845D8DE3-35E6-4172-8197-29982C50BF4A}" presName="bgRect" presStyleLbl="bgShp" presStyleIdx="3" presStyleCnt="4"/>
      <dgm:spPr/>
    </dgm:pt>
    <dgm:pt modelId="{C7FC7C2D-A4B9-40B8-BBCE-0DBE95F10CFA}" type="pres">
      <dgm:prSet presAssocID="{845D8DE3-35E6-4172-8197-29982C50BF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AE7A8BA-BE48-48D9-B1DF-08435D676928}" type="pres">
      <dgm:prSet presAssocID="{845D8DE3-35E6-4172-8197-29982C50BF4A}" presName="spaceRect" presStyleCnt="0"/>
      <dgm:spPr/>
    </dgm:pt>
    <dgm:pt modelId="{37503D85-6599-4C5D-9B6E-CABB6977CB2D}" type="pres">
      <dgm:prSet presAssocID="{845D8DE3-35E6-4172-8197-29982C50BF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FBDE739-8AD0-471C-BE9E-9757678D4348}" type="presOf" srcId="{C81F1A9B-A193-49B4-8CAF-C48101C7A62E}" destId="{168FB975-9429-42F7-A50A-97363782F6C3}" srcOrd="0" destOrd="0" presId="urn:microsoft.com/office/officeart/2018/2/layout/IconVerticalSolidList"/>
    <dgm:cxn modelId="{30DB1267-4C18-45EA-9B79-5C18531FB711}" srcId="{8D25077E-24A0-442E-BCA4-D10B711DF8A0}" destId="{C81F1A9B-A193-49B4-8CAF-C48101C7A62E}" srcOrd="0" destOrd="0" parTransId="{B274F2D2-EDDC-4035-BACF-17F0B5AE6CC8}" sibTransId="{E68B1A1F-9BED-4905-A163-2AF5AE2A8604}"/>
    <dgm:cxn modelId="{B8186B6E-ADD5-4335-8358-0E87882B631C}" srcId="{8D25077E-24A0-442E-BCA4-D10B711DF8A0}" destId="{3D563B76-A171-45C2-8126-FE6AEE7D238C}" srcOrd="2" destOrd="0" parTransId="{9F2B8A3F-4A97-4176-B7F8-B7F2ADD57C0E}" sibTransId="{97A21025-E35B-40C0-8427-478F483E8EC1}"/>
    <dgm:cxn modelId="{0F577159-63F5-4286-9135-FEBC99A3B7DC}" type="presOf" srcId="{3D563B76-A171-45C2-8126-FE6AEE7D238C}" destId="{707181C2-2032-4CC4-865C-C9792BED1128}" srcOrd="0" destOrd="0" presId="urn:microsoft.com/office/officeart/2018/2/layout/IconVerticalSolidList"/>
    <dgm:cxn modelId="{B987BDAB-8393-4D13-8F7C-65ADEB0E46C2}" type="presOf" srcId="{8D25077E-24A0-442E-BCA4-D10B711DF8A0}" destId="{FE6F0649-8969-473C-85D6-DBC1FFAFDD94}" srcOrd="0" destOrd="0" presId="urn:microsoft.com/office/officeart/2018/2/layout/IconVerticalSolidList"/>
    <dgm:cxn modelId="{116C20D1-08EC-4BE5-B421-0556B525DF80}" type="presOf" srcId="{9E9F3AE7-A487-4AC9-A4A3-D1304673C5A6}" destId="{1DC25C75-0675-4877-AC82-97A3882BDABC}" srcOrd="0" destOrd="0" presId="urn:microsoft.com/office/officeart/2018/2/layout/IconVerticalSolidList"/>
    <dgm:cxn modelId="{73A2B2D5-A693-4E8B-A874-C1DC1A01DEDC}" srcId="{8D25077E-24A0-442E-BCA4-D10B711DF8A0}" destId="{845D8DE3-35E6-4172-8197-29982C50BF4A}" srcOrd="3" destOrd="0" parTransId="{E16897A6-1B6F-43DA-8EBB-3B1D02684E49}" sibTransId="{1EE3AA38-CC78-456D-AB21-F52BFCEBF96C}"/>
    <dgm:cxn modelId="{48DA77D9-D2A6-4823-8C7E-BA6138D33423}" type="presOf" srcId="{845D8DE3-35E6-4172-8197-29982C50BF4A}" destId="{37503D85-6599-4C5D-9B6E-CABB6977CB2D}" srcOrd="0" destOrd="0" presId="urn:microsoft.com/office/officeart/2018/2/layout/IconVerticalSolidList"/>
    <dgm:cxn modelId="{E343DBE1-A676-4E02-9510-F99579B55B21}" srcId="{8D25077E-24A0-442E-BCA4-D10B711DF8A0}" destId="{9E9F3AE7-A487-4AC9-A4A3-D1304673C5A6}" srcOrd="1" destOrd="0" parTransId="{A652491F-88A8-4B11-AE33-DED2AE24999B}" sibTransId="{424987F0-BB34-4FEA-BFF7-CC9FB729FF14}"/>
    <dgm:cxn modelId="{6422B804-030D-4607-807A-BD06EF6758A0}" type="presParOf" srcId="{FE6F0649-8969-473C-85D6-DBC1FFAFDD94}" destId="{1E1BB562-7BC3-451C-844C-2F79DB9EBEC4}" srcOrd="0" destOrd="0" presId="urn:microsoft.com/office/officeart/2018/2/layout/IconVerticalSolidList"/>
    <dgm:cxn modelId="{3B8C5728-3AE6-4852-8B79-46840F96765F}" type="presParOf" srcId="{1E1BB562-7BC3-451C-844C-2F79DB9EBEC4}" destId="{ACBCE7B6-8DBF-444C-B2EE-F1D66B57CDE2}" srcOrd="0" destOrd="0" presId="urn:microsoft.com/office/officeart/2018/2/layout/IconVerticalSolidList"/>
    <dgm:cxn modelId="{503ECC27-F5E6-449B-BB83-139931A6A85D}" type="presParOf" srcId="{1E1BB562-7BC3-451C-844C-2F79DB9EBEC4}" destId="{1048B696-055F-46A5-AEAD-6A024067B9B3}" srcOrd="1" destOrd="0" presId="urn:microsoft.com/office/officeart/2018/2/layout/IconVerticalSolidList"/>
    <dgm:cxn modelId="{52C77867-D645-4D9C-B8FC-13A2D1DFF236}" type="presParOf" srcId="{1E1BB562-7BC3-451C-844C-2F79DB9EBEC4}" destId="{7ECCD200-9601-45FB-BCD9-4B5457F0B79C}" srcOrd="2" destOrd="0" presId="urn:microsoft.com/office/officeart/2018/2/layout/IconVerticalSolidList"/>
    <dgm:cxn modelId="{053DF6BB-6100-4C06-A72B-28901560AA57}" type="presParOf" srcId="{1E1BB562-7BC3-451C-844C-2F79DB9EBEC4}" destId="{168FB975-9429-42F7-A50A-97363782F6C3}" srcOrd="3" destOrd="0" presId="urn:microsoft.com/office/officeart/2018/2/layout/IconVerticalSolidList"/>
    <dgm:cxn modelId="{0A77DAE1-8919-4CA2-AEA4-7FFCE847E75D}" type="presParOf" srcId="{FE6F0649-8969-473C-85D6-DBC1FFAFDD94}" destId="{455A30CA-C309-4E35-ABC7-27E500563D70}" srcOrd="1" destOrd="0" presId="urn:microsoft.com/office/officeart/2018/2/layout/IconVerticalSolidList"/>
    <dgm:cxn modelId="{08B837EA-4450-4C23-8155-98BC61835108}" type="presParOf" srcId="{FE6F0649-8969-473C-85D6-DBC1FFAFDD94}" destId="{CA8FEE3F-E55A-42E6-9E31-7D79252CFD03}" srcOrd="2" destOrd="0" presId="urn:microsoft.com/office/officeart/2018/2/layout/IconVerticalSolidList"/>
    <dgm:cxn modelId="{099976F3-1920-4C5C-8D59-7B5372E47750}" type="presParOf" srcId="{CA8FEE3F-E55A-42E6-9E31-7D79252CFD03}" destId="{338193D6-BBD5-4101-A43F-423E71D54CDD}" srcOrd="0" destOrd="0" presId="urn:microsoft.com/office/officeart/2018/2/layout/IconVerticalSolidList"/>
    <dgm:cxn modelId="{75454045-1E1E-4394-AE37-587ED256BF6D}" type="presParOf" srcId="{CA8FEE3F-E55A-42E6-9E31-7D79252CFD03}" destId="{E0BDD28B-1728-4CB4-9489-A48C48D757AD}" srcOrd="1" destOrd="0" presId="urn:microsoft.com/office/officeart/2018/2/layout/IconVerticalSolidList"/>
    <dgm:cxn modelId="{8E2C04F9-3F13-4C09-AA49-A5C21AF6A5C6}" type="presParOf" srcId="{CA8FEE3F-E55A-42E6-9E31-7D79252CFD03}" destId="{3067A52B-E77E-45E5-8723-80576D975621}" srcOrd="2" destOrd="0" presId="urn:microsoft.com/office/officeart/2018/2/layout/IconVerticalSolidList"/>
    <dgm:cxn modelId="{5D3A00B9-73E5-473C-8659-26A8C106E118}" type="presParOf" srcId="{CA8FEE3F-E55A-42E6-9E31-7D79252CFD03}" destId="{1DC25C75-0675-4877-AC82-97A3882BDABC}" srcOrd="3" destOrd="0" presId="urn:microsoft.com/office/officeart/2018/2/layout/IconVerticalSolidList"/>
    <dgm:cxn modelId="{CD465465-1CBC-4015-865E-EEB4E0D9315E}" type="presParOf" srcId="{FE6F0649-8969-473C-85D6-DBC1FFAFDD94}" destId="{06E05392-A66D-425A-B111-70249FB246A2}" srcOrd="3" destOrd="0" presId="urn:microsoft.com/office/officeart/2018/2/layout/IconVerticalSolidList"/>
    <dgm:cxn modelId="{0E31DCEF-59D5-4DA2-B318-87B585432472}" type="presParOf" srcId="{FE6F0649-8969-473C-85D6-DBC1FFAFDD94}" destId="{91B388C1-A19F-49F4-9E7E-1BBD1F47B7AF}" srcOrd="4" destOrd="0" presId="urn:microsoft.com/office/officeart/2018/2/layout/IconVerticalSolidList"/>
    <dgm:cxn modelId="{531044BC-8153-40E9-A330-252F4727F0C7}" type="presParOf" srcId="{91B388C1-A19F-49F4-9E7E-1BBD1F47B7AF}" destId="{9610FA84-08E7-4DD1-8531-25C5971723FF}" srcOrd="0" destOrd="0" presId="urn:microsoft.com/office/officeart/2018/2/layout/IconVerticalSolidList"/>
    <dgm:cxn modelId="{3E808E3D-53A9-41AE-A43B-5EDC951D7C06}" type="presParOf" srcId="{91B388C1-A19F-49F4-9E7E-1BBD1F47B7AF}" destId="{6EDE52BD-61AB-4B06-9F4C-C73639BF43A7}" srcOrd="1" destOrd="0" presId="urn:microsoft.com/office/officeart/2018/2/layout/IconVerticalSolidList"/>
    <dgm:cxn modelId="{245BEE70-075A-4573-B94E-44E4EAA8482B}" type="presParOf" srcId="{91B388C1-A19F-49F4-9E7E-1BBD1F47B7AF}" destId="{7A307368-C3B9-4037-8801-219B6DDAFFD8}" srcOrd="2" destOrd="0" presId="urn:microsoft.com/office/officeart/2018/2/layout/IconVerticalSolidList"/>
    <dgm:cxn modelId="{BA5B8AC0-EA79-4D50-A3CB-5318D009598F}" type="presParOf" srcId="{91B388C1-A19F-49F4-9E7E-1BBD1F47B7AF}" destId="{707181C2-2032-4CC4-865C-C9792BED1128}" srcOrd="3" destOrd="0" presId="urn:microsoft.com/office/officeart/2018/2/layout/IconVerticalSolidList"/>
    <dgm:cxn modelId="{8101D946-4FFE-4590-B267-BEA1A41C2BDA}" type="presParOf" srcId="{FE6F0649-8969-473C-85D6-DBC1FFAFDD94}" destId="{3506109D-A771-4F1A-A69B-04ED4E0BF5D1}" srcOrd="5" destOrd="0" presId="urn:microsoft.com/office/officeart/2018/2/layout/IconVerticalSolidList"/>
    <dgm:cxn modelId="{EDCA35C0-8839-4E91-A988-52460602AF5D}" type="presParOf" srcId="{FE6F0649-8969-473C-85D6-DBC1FFAFDD94}" destId="{DE8A346E-FC91-452C-A2BA-CB2A8190CB2E}" srcOrd="6" destOrd="0" presId="urn:microsoft.com/office/officeart/2018/2/layout/IconVerticalSolidList"/>
    <dgm:cxn modelId="{E1B1BD05-78A0-406A-BBC4-2BE87BE4D550}" type="presParOf" srcId="{DE8A346E-FC91-452C-A2BA-CB2A8190CB2E}" destId="{056AC228-F63A-4E81-9A33-3EAA55F1D87F}" srcOrd="0" destOrd="0" presId="urn:microsoft.com/office/officeart/2018/2/layout/IconVerticalSolidList"/>
    <dgm:cxn modelId="{1B8463BC-D42A-485E-8477-A37BF896A1A3}" type="presParOf" srcId="{DE8A346E-FC91-452C-A2BA-CB2A8190CB2E}" destId="{C7FC7C2D-A4B9-40B8-BBCE-0DBE95F10CFA}" srcOrd="1" destOrd="0" presId="urn:microsoft.com/office/officeart/2018/2/layout/IconVerticalSolidList"/>
    <dgm:cxn modelId="{8528613E-5A95-4DB8-9AA7-D3E1BBBEF27A}" type="presParOf" srcId="{DE8A346E-FC91-452C-A2BA-CB2A8190CB2E}" destId="{6AE7A8BA-BE48-48D9-B1DF-08435D676928}" srcOrd="2" destOrd="0" presId="urn:microsoft.com/office/officeart/2018/2/layout/IconVerticalSolidList"/>
    <dgm:cxn modelId="{DE8D20ED-CA57-4256-B5B5-33F9095E225F}" type="presParOf" srcId="{DE8A346E-FC91-452C-A2BA-CB2A8190CB2E}" destId="{37503D85-6599-4C5D-9B6E-CABB6977CB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D0AB6-FCF6-4FCE-B497-FD78D12F0EED}">
      <dsp:nvSpPr>
        <dsp:cNvPr id="0" name=""/>
        <dsp:cNvSpPr/>
      </dsp:nvSpPr>
      <dsp:spPr>
        <a:xfrm>
          <a:off x="439885" y="1066182"/>
          <a:ext cx="715869" cy="715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8EC5E-3BB2-4198-AD96-253AC9E9BF65}">
      <dsp:nvSpPr>
        <dsp:cNvPr id="0" name=""/>
        <dsp:cNvSpPr/>
      </dsp:nvSpPr>
      <dsp:spPr>
        <a:xfrm>
          <a:off x="2409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Flask Web App</a:t>
          </a:r>
        </a:p>
      </dsp:txBody>
      <dsp:txXfrm>
        <a:off x="2409" y="2020716"/>
        <a:ext cx="1590820" cy="636328"/>
      </dsp:txXfrm>
    </dsp:sp>
    <dsp:sp modelId="{29654B96-CBD5-47D6-9CAA-CC93F1CBA2E2}">
      <dsp:nvSpPr>
        <dsp:cNvPr id="0" name=""/>
        <dsp:cNvSpPr/>
      </dsp:nvSpPr>
      <dsp:spPr>
        <a:xfrm>
          <a:off x="2309098" y="1066182"/>
          <a:ext cx="715869" cy="715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4169E-905C-4F57-812E-FF3D8C8C0636}">
      <dsp:nvSpPr>
        <dsp:cNvPr id="0" name=""/>
        <dsp:cNvSpPr/>
      </dsp:nvSpPr>
      <dsp:spPr>
        <a:xfrm>
          <a:off x="1871623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MySQL Backend</a:t>
          </a:r>
        </a:p>
      </dsp:txBody>
      <dsp:txXfrm>
        <a:off x="1871623" y="2020716"/>
        <a:ext cx="1590820" cy="636328"/>
      </dsp:txXfrm>
    </dsp:sp>
    <dsp:sp modelId="{D200D50C-61A9-4EFE-831E-5A4F5A5E6C12}">
      <dsp:nvSpPr>
        <dsp:cNvPr id="0" name=""/>
        <dsp:cNvSpPr/>
      </dsp:nvSpPr>
      <dsp:spPr>
        <a:xfrm>
          <a:off x="4178312" y="1066182"/>
          <a:ext cx="715869" cy="715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88DD5-F976-4BB9-BA17-87CFEDDC6553}">
      <dsp:nvSpPr>
        <dsp:cNvPr id="0" name=""/>
        <dsp:cNvSpPr/>
      </dsp:nvSpPr>
      <dsp:spPr>
        <a:xfrm>
          <a:off x="3740837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IPFS for file storage</a:t>
          </a:r>
        </a:p>
      </dsp:txBody>
      <dsp:txXfrm>
        <a:off x="3740837" y="2020716"/>
        <a:ext cx="1590820" cy="636328"/>
      </dsp:txXfrm>
    </dsp:sp>
    <dsp:sp modelId="{A4C54B19-A629-42CC-A2EC-BF607BCEF98E}">
      <dsp:nvSpPr>
        <dsp:cNvPr id="0" name=""/>
        <dsp:cNvSpPr/>
      </dsp:nvSpPr>
      <dsp:spPr>
        <a:xfrm>
          <a:off x="6047526" y="1066182"/>
          <a:ext cx="715869" cy="715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69E9B-B831-4D6A-A222-CF12F358EB12}">
      <dsp:nvSpPr>
        <dsp:cNvPr id="0" name=""/>
        <dsp:cNvSpPr/>
      </dsp:nvSpPr>
      <dsp:spPr>
        <a:xfrm>
          <a:off x="5610051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Blockchain for integrity and traceability</a:t>
          </a:r>
        </a:p>
      </dsp:txBody>
      <dsp:txXfrm>
        <a:off x="5610051" y="2020716"/>
        <a:ext cx="1590820" cy="6363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88237-C456-405F-81A1-90ED98BA2B41}">
      <dsp:nvSpPr>
        <dsp:cNvPr id="0" name=""/>
        <dsp:cNvSpPr/>
      </dsp:nvSpPr>
      <dsp:spPr>
        <a:xfrm>
          <a:off x="438140" y="646613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29DA4-D493-449B-B310-EF86014D3316}">
      <dsp:nvSpPr>
        <dsp:cNvPr id="0" name=""/>
        <dsp:cNvSpPr/>
      </dsp:nvSpPr>
      <dsp:spPr>
        <a:xfrm>
          <a:off x="716015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64EF7-D49E-4F39-B437-5F3AE9BA44C3}">
      <dsp:nvSpPr>
        <dsp:cNvPr id="0" name=""/>
        <dsp:cNvSpPr/>
      </dsp:nvSpPr>
      <dsp:spPr>
        <a:xfrm>
          <a:off x="21327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Signup with password hashing (bcrypt)</a:t>
          </a:r>
        </a:p>
      </dsp:txBody>
      <dsp:txXfrm>
        <a:off x="21327" y="2356613"/>
        <a:ext cx="2137500" cy="720000"/>
      </dsp:txXfrm>
    </dsp:sp>
    <dsp:sp modelId="{F6366EB4-949C-4248-9F00-8D9F88CC65D2}">
      <dsp:nvSpPr>
        <dsp:cNvPr id="0" name=""/>
        <dsp:cNvSpPr/>
      </dsp:nvSpPr>
      <dsp:spPr>
        <a:xfrm>
          <a:off x="2949702" y="646613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A29C15-9535-4402-9C72-F66AE5FA85F3}">
      <dsp:nvSpPr>
        <dsp:cNvPr id="0" name=""/>
        <dsp:cNvSpPr/>
      </dsp:nvSpPr>
      <dsp:spPr>
        <a:xfrm>
          <a:off x="3227577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F980A-D5B1-46AA-AD06-F1067559F7D7}">
      <dsp:nvSpPr>
        <dsp:cNvPr id="0" name=""/>
        <dsp:cNvSpPr/>
      </dsp:nvSpPr>
      <dsp:spPr>
        <a:xfrm>
          <a:off x="2532890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Session-based login system</a:t>
          </a:r>
        </a:p>
      </dsp:txBody>
      <dsp:txXfrm>
        <a:off x="2532890" y="2356613"/>
        <a:ext cx="2137500" cy="720000"/>
      </dsp:txXfrm>
    </dsp:sp>
    <dsp:sp modelId="{C6FF9F1F-EC1A-435B-B39D-F2BCBFED8746}">
      <dsp:nvSpPr>
        <dsp:cNvPr id="0" name=""/>
        <dsp:cNvSpPr/>
      </dsp:nvSpPr>
      <dsp:spPr>
        <a:xfrm>
          <a:off x="5461265" y="646613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49BB4-E4CF-4AB0-8B97-BAC6182FD8F7}">
      <dsp:nvSpPr>
        <dsp:cNvPr id="0" name=""/>
        <dsp:cNvSpPr/>
      </dsp:nvSpPr>
      <dsp:spPr>
        <a:xfrm>
          <a:off x="5739140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D2FB0-CE2B-45D8-B2BD-F5391503E224}">
      <dsp:nvSpPr>
        <dsp:cNvPr id="0" name=""/>
        <dsp:cNvSpPr/>
      </dsp:nvSpPr>
      <dsp:spPr>
        <a:xfrm>
          <a:off x="5044452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Secure user handling with MySQL</a:t>
          </a:r>
        </a:p>
      </dsp:txBody>
      <dsp:txXfrm>
        <a:off x="5044452" y="2356613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39453-7430-44F9-83AD-C943F1A07D2A}">
      <dsp:nvSpPr>
        <dsp:cNvPr id="0" name=""/>
        <dsp:cNvSpPr/>
      </dsp:nvSpPr>
      <dsp:spPr>
        <a:xfrm>
          <a:off x="0" y="0"/>
          <a:ext cx="5762624" cy="8191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Uploads stored locally first</a:t>
          </a:r>
        </a:p>
      </dsp:txBody>
      <dsp:txXfrm>
        <a:off x="23991" y="23991"/>
        <a:ext cx="4809526" cy="771127"/>
      </dsp:txXfrm>
    </dsp:sp>
    <dsp:sp modelId="{74754FB7-8CDF-4F26-98CC-278EA0215237}">
      <dsp:nvSpPr>
        <dsp:cNvPr id="0" name=""/>
        <dsp:cNvSpPr/>
      </dsp:nvSpPr>
      <dsp:spPr>
        <a:xfrm>
          <a:off x="482619" y="968039"/>
          <a:ext cx="5762624" cy="8191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File pushed to IPFS</a:t>
          </a:r>
        </a:p>
      </dsp:txBody>
      <dsp:txXfrm>
        <a:off x="506610" y="992030"/>
        <a:ext cx="4699601" cy="771127"/>
      </dsp:txXfrm>
    </dsp:sp>
    <dsp:sp modelId="{AE3E2239-8CCC-4D34-9E57-2EBC66661028}">
      <dsp:nvSpPr>
        <dsp:cNvPr id="0" name=""/>
        <dsp:cNvSpPr/>
      </dsp:nvSpPr>
      <dsp:spPr>
        <a:xfrm>
          <a:off x="958036" y="1936078"/>
          <a:ext cx="5762624" cy="81910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Metadata stored in Blockchain</a:t>
          </a:r>
        </a:p>
      </dsp:txBody>
      <dsp:txXfrm>
        <a:off x="982027" y="1960069"/>
        <a:ext cx="4706804" cy="771127"/>
      </dsp:txXfrm>
    </dsp:sp>
    <dsp:sp modelId="{EB9FD3ED-0996-465D-BF93-8E4E65820710}">
      <dsp:nvSpPr>
        <dsp:cNvPr id="0" name=""/>
        <dsp:cNvSpPr/>
      </dsp:nvSpPr>
      <dsp:spPr>
        <a:xfrm>
          <a:off x="1440656" y="2904117"/>
          <a:ext cx="5762624" cy="81910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Storage usage tracked per user</a:t>
          </a:r>
        </a:p>
      </dsp:txBody>
      <dsp:txXfrm>
        <a:off x="1464647" y="2928108"/>
        <a:ext cx="4699601" cy="771127"/>
      </dsp:txXfrm>
    </dsp:sp>
    <dsp:sp modelId="{401D24F2-D90D-4AC6-BC4C-69C8FD827701}">
      <dsp:nvSpPr>
        <dsp:cNvPr id="0" name=""/>
        <dsp:cNvSpPr/>
      </dsp:nvSpPr>
      <dsp:spPr>
        <a:xfrm>
          <a:off x="5230203" y="627363"/>
          <a:ext cx="532421" cy="5324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349998" y="627363"/>
        <a:ext cx="292831" cy="400647"/>
      </dsp:txXfrm>
    </dsp:sp>
    <dsp:sp modelId="{3634B0C6-CFF6-45AB-9C60-1B40AE786049}">
      <dsp:nvSpPr>
        <dsp:cNvPr id="0" name=""/>
        <dsp:cNvSpPr/>
      </dsp:nvSpPr>
      <dsp:spPr>
        <a:xfrm>
          <a:off x="5712823" y="1595402"/>
          <a:ext cx="532421" cy="53242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832618" y="1595402"/>
        <a:ext cx="292831" cy="400647"/>
      </dsp:txXfrm>
    </dsp:sp>
    <dsp:sp modelId="{280FA1DC-F121-4EEA-917F-6197D0A089DA}">
      <dsp:nvSpPr>
        <dsp:cNvPr id="0" name=""/>
        <dsp:cNvSpPr/>
      </dsp:nvSpPr>
      <dsp:spPr>
        <a:xfrm>
          <a:off x="6188239" y="2563441"/>
          <a:ext cx="532421" cy="53242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308034" y="2563441"/>
        <a:ext cx="292831" cy="4006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F6EE-8D76-4D16-B784-81866A390ADA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87398-C07F-4A4B-98D2-F4304AC53740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C1C3C-1CC3-4F44-8A1A-0879052B54FB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View uploaded files</a:t>
          </a:r>
        </a:p>
      </dsp:txBody>
      <dsp:txXfrm>
        <a:off x="2409" y="2179777"/>
        <a:ext cx="1590820" cy="636328"/>
      </dsp:txXfrm>
    </dsp:sp>
    <dsp:sp modelId="{48F9E4B5-BB12-43BF-8242-570BEF1B9782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C68E1-CCFF-48E7-9F23-C17523CA1748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5EEA2-18D5-477B-BCB3-EEC2932AC882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Monitor storage usage</a:t>
          </a:r>
        </a:p>
      </dsp:txBody>
      <dsp:txXfrm>
        <a:off x="1871623" y="2179777"/>
        <a:ext cx="1590820" cy="636328"/>
      </dsp:txXfrm>
    </dsp:sp>
    <dsp:sp modelId="{BECAD2A4-A35D-46FA-947D-AB81EA3E6862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6889C7-5DBD-4B25-B171-60CB5FC5CC75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FF0C0-E74F-4E18-890F-1DDBB8E2E0CC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Display file count</a:t>
          </a:r>
        </a:p>
      </dsp:txBody>
      <dsp:txXfrm>
        <a:off x="3740837" y="2179777"/>
        <a:ext cx="1590820" cy="636328"/>
      </dsp:txXfrm>
    </dsp:sp>
    <dsp:sp modelId="{99B42E71-23DB-4C00-8080-4543AC4E3BCA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015EEA-2A49-42DA-99E2-AB09BA04CB85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BDDC2-EC00-4211-9727-464DBB62151D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View deleted files (optional)</a:t>
          </a:r>
        </a:p>
      </dsp:txBody>
      <dsp:txXfrm>
        <a:off x="5610051" y="2179777"/>
        <a:ext cx="1590820" cy="6363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082C7-30C7-4D3B-9FB1-34BE2A35B4EE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7543B-1133-4F16-8E8F-83186EFD0EC0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1EDDC-53AB-476F-8FC2-C2F436CF308E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User requests file by IPFS hash</a:t>
          </a:r>
        </a:p>
      </dsp:txBody>
      <dsp:txXfrm>
        <a:off x="2409" y="2179777"/>
        <a:ext cx="1590820" cy="636328"/>
      </dsp:txXfrm>
    </dsp:sp>
    <dsp:sp modelId="{7D089ADE-4C26-4B6D-9B02-B1B9EFB6F740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145A1-903E-4715-9D34-88C9FC61364E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5B5EDE-ADE4-4A94-A66B-C69BC53F8BF9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File downloaded from IPFS</a:t>
          </a:r>
        </a:p>
      </dsp:txBody>
      <dsp:txXfrm>
        <a:off x="1871623" y="2179777"/>
        <a:ext cx="1590820" cy="636328"/>
      </dsp:txXfrm>
    </dsp:sp>
    <dsp:sp modelId="{69BE1A77-DC01-4CEB-A93E-B8563529873A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A1604-8959-431B-98E1-16DE63AD1DFF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EB5D6-5CB8-4DC4-9F5A-69FC4216B7F0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• File name restored</a:t>
          </a:r>
        </a:p>
      </dsp:txBody>
      <dsp:txXfrm>
        <a:off x="3740837" y="2179777"/>
        <a:ext cx="1590820" cy="636328"/>
      </dsp:txXfrm>
    </dsp:sp>
    <dsp:sp modelId="{17AEC513-4C7E-4AF7-82ED-AF1A66755981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78B11-0FE4-47A6-8F17-F439D8AE5E7F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C406F-6395-46AB-9D56-E865BD1C4959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Served via Flask</a:t>
          </a:r>
        </a:p>
      </dsp:txBody>
      <dsp:txXfrm>
        <a:off x="5610051" y="2179777"/>
        <a:ext cx="1590820" cy="6363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F20B2-B443-4F47-9ECA-B44CF62A019E}">
      <dsp:nvSpPr>
        <dsp:cNvPr id="0" name=""/>
        <dsp:cNvSpPr/>
      </dsp:nvSpPr>
      <dsp:spPr>
        <a:xfrm>
          <a:off x="438140" y="646613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14B49-9388-4E74-9210-9CB408D33693}">
      <dsp:nvSpPr>
        <dsp:cNvPr id="0" name=""/>
        <dsp:cNvSpPr/>
      </dsp:nvSpPr>
      <dsp:spPr>
        <a:xfrm>
          <a:off x="716015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677BF-5798-4C61-9286-9F0FE7D76438}">
      <dsp:nvSpPr>
        <dsp:cNvPr id="0" name=""/>
        <dsp:cNvSpPr/>
      </dsp:nvSpPr>
      <dsp:spPr>
        <a:xfrm>
          <a:off x="21327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users: user details</a:t>
          </a:r>
        </a:p>
      </dsp:txBody>
      <dsp:txXfrm>
        <a:off x="21327" y="2356613"/>
        <a:ext cx="2137500" cy="720000"/>
      </dsp:txXfrm>
    </dsp:sp>
    <dsp:sp modelId="{2D88503F-F116-4E63-B93E-0F7D4A15D295}">
      <dsp:nvSpPr>
        <dsp:cNvPr id="0" name=""/>
        <dsp:cNvSpPr/>
      </dsp:nvSpPr>
      <dsp:spPr>
        <a:xfrm>
          <a:off x="2949702" y="646613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31F65C-681D-4D16-A2BE-B8A13FEC6906}">
      <dsp:nvSpPr>
        <dsp:cNvPr id="0" name=""/>
        <dsp:cNvSpPr/>
      </dsp:nvSpPr>
      <dsp:spPr>
        <a:xfrm>
          <a:off x="3227577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0A1B6-04D6-4A84-B5BC-3A0D54143264}">
      <dsp:nvSpPr>
        <dsp:cNvPr id="0" name=""/>
        <dsp:cNvSpPr/>
      </dsp:nvSpPr>
      <dsp:spPr>
        <a:xfrm>
          <a:off x="2532890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userfiles: file metadata</a:t>
          </a:r>
        </a:p>
      </dsp:txBody>
      <dsp:txXfrm>
        <a:off x="2532890" y="2356613"/>
        <a:ext cx="2137500" cy="720000"/>
      </dsp:txXfrm>
    </dsp:sp>
    <dsp:sp modelId="{03649978-3BA6-452C-8480-3D0B001C9D2D}">
      <dsp:nvSpPr>
        <dsp:cNvPr id="0" name=""/>
        <dsp:cNvSpPr/>
      </dsp:nvSpPr>
      <dsp:spPr>
        <a:xfrm>
          <a:off x="5461265" y="646613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E975C-12DD-457F-9C99-852E215889B3}">
      <dsp:nvSpPr>
        <dsp:cNvPr id="0" name=""/>
        <dsp:cNvSpPr/>
      </dsp:nvSpPr>
      <dsp:spPr>
        <a:xfrm>
          <a:off x="5739140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351E2-4C47-4CFB-9B36-B64603E81C9D}">
      <dsp:nvSpPr>
        <dsp:cNvPr id="0" name=""/>
        <dsp:cNvSpPr/>
      </dsp:nvSpPr>
      <dsp:spPr>
        <a:xfrm>
          <a:off x="5044452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user_storage: storage tracking</a:t>
          </a:r>
        </a:p>
      </dsp:txBody>
      <dsp:txXfrm>
        <a:off x="5044452" y="2356613"/>
        <a:ext cx="21375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CE7B6-8DBF-444C-B2EE-F1D66B57CDE2}">
      <dsp:nvSpPr>
        <dsp:cNvPr id="0" name=""/>
        <dsp:cNvSpPr/>
      </dsp:nvSpPr>
      <dsp:spPr>
        <a:xfrm>
          <a:off x="0" y="192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8B696-055F-46A5-AEAD-6A024067B9B3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FB975-9429-42F7-A50A-97363782F6C3}">
      <dsp:nvSpPr>
        <dsp:cNvPr id="0" name=""/>
        <dsp:cNvSpPr/>
      </dsp:nvSpPr>
      <dsp:spPr>
        <a:xfrm>
          <a:off x="1126608" y="192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Tamper-proof file records</a:t>
          </a:r>
        </a:p>
      </dsp:txBody>
      <dsp:txXfrm>
        <a:off x="1126608" y="1924"/>
        <a:ext cx="3308469" cy="975418"/>
      </dsp:txXfrm>
    </dsp:sp>
    <dsp:sp modelId="{338193D6-BBD5-4101-A43F-423E71D54CDD}">
      <dsp:nvSpPr>
        <dsp:cNvPr id="0" name=""/>
        <dsp:cNvSpPr/>
      </dsp:nvSpPr>
      <dsp:spPr>
        <a:xfrm>
          <a:off x="0" y="1221197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DD28B-1728-4CB4-9489-A48C48D757AD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25C75-0675-4877-AC82-97A3882BDABC}">
      <dsp:nvSpPr>
        <dsp:cNvPr id="0" name=""/>
        <dsp:cNvSpPr/>
      </dsp:nvSpPr>
      <dsp:spPr>
        <a:xfrm>
          <a:off x="1126608" y="1221197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Redundancy via IPFS</a:t>
          </a:r>
        </a:p>
      </dsp:txBody>
      <dsp:txXfrm>
        <a:off x="1126608" y="1221197"/>
        <a:ext cx="3308469" cy="975418"/>
      </dsp:txXfrm>
    </dsp:sp>
    <dsp:sp modelId="{9610FA84-08E7-4DD1-8531-25C5971723FF}">
      <dsp:nvSpPr>
        <dsp:cNvPr id="0" name=""/>
        <dsp:cNvSpPr/>
      </dsp:nvSpPr>
      <dsp:spPr>
        <a:xfrm>
          <a:off x="0" y="2440471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E52BD-61AB-4B06-9F4C-C73639BF43A7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181C2-2032-4CC4-865C-C9792BED1128}">
      <dsp:nvSpPr>
        <dsp:cNvPr id="0" name=""/>
        <dsp:cNvSpPr/>
      </dsp:nvSpPr>
      <dsp:spPr>
        <a:xfrm>
          <a:off x="1126608" y="2440471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Transparency through blockchain</a:t>
          </a:r>
        </a:p>
      </dsp:txBody>
      <dsp:txXfrm>
        <a:off x="1126608" y="2440471"/>
        <a:ext cx="3308469" cy="975418"/>
      </dsp:txXfrm>
    </dsp:sp>
    <dsp:sp modelId="{056AC228-F63A-4E81-9A33-3EAA55F1D87F}">
      <dsp:nvSpPr>
        <dsp:cNvPr id="0" name=""/>
        <dsp:cNvSpPr/>
      </dsp:nvSpPr>
      <dsp:spPr>
        <a:xfrm>
          <a:off x="0" y="365974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C7C2D-A4B9-40B8-BBCE-0DBE95F10CFA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03D85-6599-4C5D-9B6E-CABB6977CB2D}">
      <dsp:nvSpPr>
        <dsp:cNvPr id="0" name=""/>
        <dsp:cNvSpPr/>
      </dsp:nvSpPr>
      <dsp:spPr>
        <a:xfrm>
          <a:off x="1126608" y="365974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Scalable architecture</a:t>
          </a:r>
        </a:p>
      </dsp:txBody>
      <dsp:txXfrm>
        <a:off x="1126608" y="3659744"/>
        <a:ext cx="3308469" cy="975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81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78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72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4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1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4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26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39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7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88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4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IN"/>
              <a:t>Cloud Storage System Using Blockchain Technology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CD3AF333-C33C-4DFA-567A-FBCC2F83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5" r="8866" b="-1"/>
          <a:stretch/>
        </p:blipFill>
        <p:spPr>
          <a:xfrm>
            <a:off x="1088684" y="2345887"/>
            <a:ext cx="3720332" cy="279030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224" y="2015734"/>
            <a:ext cx="3121916" cy="3450613"/>
          </a:xfrm>
        </p:spPr>
        <p:txBody>
          <a:bodyPr>
            <a:normAutofit/>
          </a:bodyPr>
          <a:lstStyle/>
          <a:p>
            <a:r>
              <a:rPr dirty="0"/>
              <a:t>Secure, Decentralized File Storage with IPFS and Blockchain</a:t>
            </a:r>
            <a:endParaRPr lang="en-IN" dirty="0"/>
          </a:p>
          <a:p>
            <a:endParaRPr lang="en-IN" dirty="0"/>
          </a:p>
          <a:p>
            <a:endParaRPr dirty="0"/>
          </a:p>
          <a:p>
            <a:r>
              <a:rPr dirty="0"/>
              <a:t>Presented by: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Kapil Ugale (50)</a:t>
            </a:r>
          </a:p>
          <a:p>
            <a:endParaRPr lang="en-IN" dirty="0"/>
          </a:p>
          <a:p>
            <a:pPr marL="1828800" lvl="4" indent="0"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264816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072" y="768606"/>
            <a:ext cx="2647617" cy="1042568"/>
          </a:xfrm>
        </p:spPr>
        <p:txBody>
          <a:bodyPr>
            <a:normAutofit/>
          </a:bodyPr>
          <a:lstStyle/>
          <a:p>
            <a:r>
              <a:rPr lang="en-IN" sz="2500" dirty="0"/>
              <a:t>Introduction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03" y="2019476"/>
            <a:ext cx="3463281" cy="345061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dirty="0"/>
              <a:t>• Purpose: Build a secure, scalable cloud storage system.</a:t>
            </a:r>
            <a:endParaRPr lang="en-IN" dirty="0"/>
          </a:p>
          <a:p>
            <a:pPr>
              <a:lnSpc>
                <a:spcPct val="110000"/>
              </a:lnSpc>
            </a:pPr>
            <a:r>
              <a:rPr dirty="0"/>
              <a:t>• Key Technologies:</a:t>
            </a:r>
            <a:endParaRPr lang="en-IN" dirty="0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  - Blockchain</a:t>
            </a:r>
            <a:endParaRPr lang="en-IN" dirty="0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  - IPFS</a:t>
            </a:r>
            <a:endParaRPr lang="en-IN" dirty="0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  - Flask</a:t>
            </a:r>
            <a:endParaRPr lang="en-IN" dirty="0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 - MySQL</a:t>
            </a:r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098" y="482171"/>
            <a:ext cx="4568843" cy="5149101"/>
            <a:chOff x="5446003" y="583365"/>
            <a:chExt cx="6091790" cy="518192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96E6F351-D460-F085-C8ED-23BD561F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21" r="22845"/>
          <a:stretch/>
        </p:blipFill>
        <p:spPr>
          <a:xfrm>
            <a:off x="4570444" y="1116345"/>
            <a:ext cx="3616163" cy="386617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System Architecture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6A8554-6732-101B-4486-AE574C1E6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890337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User Authentication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F370084-CE22-D6FF-AC21-81BDCFFBE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835533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Upload Mechanism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D1F28E-20A5-EB8F-4EA4-E76DAE489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06712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rPr lang="en-IN" sz="2700"/>
              <a:t>Blockchain Integration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t>• Custom blockchain used</a:t>
            </a:r>
          </a:p>
          <a:p>
            <a:r>
              <a:t>• Each block contains:</a:t>
            </a:r>
          </a:p>
          <a:p>
            <a:r>
              <a:t>  - File name</a:t>
            </a:r>
          </a:p>
          <a:p>
            <a:r>
              <a:t>  - IPFS hash</a:t>
            </a:r>
          </a:p>
          <a:p>
            <a:r>
              <a:t>  - User ID</a:t>
            </a:r>
          </a:p>
          <a:p>
            <a:r>
              <a:t>• Ensures data integrity and non-repudiation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Dashboard Features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AB0682-04D5-877F-1EC0-1D3129F44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39351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Download Mechanism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C025C8-AB9F-6C8D-0605-C3BC01018F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841854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Database Schema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BB02796-063B-B8DD-90E2-97893934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574179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rPr lang="en-IN"/>
              <a:t>Security &amp; Storage Limits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 1GB per user</a:t>
            </a:r>
          </a:p>
          <a:p>
            <a:r>
              <a:rPr lang="en-IN" dirty="0"/>
              <a:t>Secure filenames</a:t>
            </a:r>
          </a:p>
          <a:p>
            <a:r>
              <a:rPr lang="en-IN" dirty="0"/>
              <a:t> Files validated and size-checked before upload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Benefits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6E2D25-E2EA-9F57-7410-4C9711514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51551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Email notifications</a:t>
            </a:r>
          </a:p>
          <a:p>
            <a:r>
              <a:rPr dirty="0"/>
              <a:t> Implement soft-delete</a:t>
            </a:r>
          </a:p>
          <a:p>
            <a:r>
              <a:rPr dirty="0"/>
              <a:t> Distributed networks</a:t>
            </a:r>
          </a:p>
          <a:p>
            <a:r>
              <a:rPr dirty="0"/>
              <a:t> Smart contract audit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Decentralized + secure backend</a:t>
            </a:r>
          </a:p>
          <a:p>
            <a:r>
              <a:rPr dirty="0"/>
              <a:t>Traceable cloud storage</a:t>
            </a:r>
          </a:p>
          <a:p>
            <a:r>
              <a:rPr dirty="0"/>
              <a:t>Ready for real-world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900" y="967167"/>
            <a:ext cx="3113479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420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4735" y="3529159"/>
            <a:ext cx="3121867" cy="1606576"/>
          </a:xfrm>
        </p:spPr>
        <p:txBody>
          <a:bodyPr vert="horz" lIns="91440" tIns="91440" rIns="91440" bIns="91440" rtlCol="0">
            <a:normAutofit/>
          </a:bodyPr>
          <a:lstStyle/>
          <a:p>
            <a:pPr marL="0" indent="0" defTabSz="914400">
              <a:buNone/>
            </a:pPr>
            <a:r>
              <a:rPr lang="en-US" sz="1400" cap="all"/>
              <a:t>Any Questions?</a:t>
            </a: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2B643AD5-F540-640C-70AC-A2CDCF955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25" r="10677"/>
          <a:stretch/>
        </p:blipFill>
        <p:spPr>
          <a:xfrm>
            <a:off x="847521" y="1740802"/>
            <a:ext cx="3720332" cy="2790323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34735" y="3526496"/>
            <a:ext cx="311244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273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</vt:lpstr>
      <vt:lpstr>Gallery</vt:lpstr>
      <vt:lpstr>Cloud Storage System Using Blockchain Technology</vt:lpstr>
      <vt:lpstr>Introduction</vt:lpstr>
      <vt:lpstr>System Architecture</vt:lpstr>
      <vt:lpstr>User Authentication</vt:lpstr>
      <vt:lpstr>Upload Mechanism</vt:lpstr>
      <vt:lpstr>Blockchain Integration</vt:lpstr>
      <vt:lpstr>Dashboard Features</vt:lpstr>
      <vt:lpstr>Download Mechanism</vt:lpstr>
      <vt:lpstr>Database Schema</vt:lpstr>
      <vt:lpstr>Security &amp; Storage Limits</vt:lpstr>
      <vt:lpstr>Benefits</vt:lpstr>
      <vt:lpstr>Future Scope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kapil ugale</cp:lastModifiedBy>
  <cp:revision>6</cp:revision>
  <dcterms:created xsi:type="dcterms:W3CDTF">2013-01-27T09:14:16Z</dcterms:created>
  <dcterms:modified xsi:type="dcterms:W3CDTF">2025-10-20T16:10:56Z</dcterms:modified>
  <cp:category/>
</cp:coreProperties>
</file>